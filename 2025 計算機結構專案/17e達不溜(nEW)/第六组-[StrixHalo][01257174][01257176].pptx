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92" r:id="rId2"/>
    <p:sldId id="282" r:id="rId3"/>
    <p:sldId id="257" r:id="rId4"/>
    <p:sldId id="261" r:id="rId5"/>
    <p:sldId id="279" r:id="rId6"/>
    <p:sldId id="281" r:id="rId7"/>
    <p:sldId id="283" r:id="rId8"/>
    <p:sldId id="265" r:id="rId9"/>
    <p:sldId id="268" r:id="rId10"/>
    <p:sldId id="299" r:id="rId11"/>
    <p:sldId id="267" r:id="rId12"/>
    <p:sldId id="269" r:id="rId13"/>
    <p:sldId id="270" r:id="rId14"/>
    <p:sldId id="295" r:id="rId15"/>
    <p:sldId id="296" r:id="rId16"/>
    <p:sldId id="297" r:id="rId17"/>
    <p:sldId id="298" r:id="rId18"/>
    <p:sldId id="302" r:id="rId19"/>
    <p:sldId id="303" r:id="rId20"/>
    <p:sldId id="304" r:id="rId21"/>
    <p:sldId id="305" r:id="rId22"/>
    <p:sldId id="278" r:id="rId23"/>
    <p:sldId id="300" r:id="rId24"/>
    <p:sldId id="301" r:id="rId25"/>
    <p:sldId id="306" r:id="rId26"/>
    <p:sldId id="307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D4D4D"/>
    <a:srgbClr val="EAEAEA"/>
    <a:srgbClr val="BDBDBD"/>
    <a:srgbClr val="262626"/>
    <a:srgbClr val="FFFFFF"/>
    <a:srgbClr val="6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17" autoAdjust="0"/>
    <p:restoredTop sz="95029" autoAdjust="0"/>
  </p:normalViewPr>
  <p:slideViewPr>
    <p:cSldViewPr snapToGrid="0" showGuides="1">
      <p:cViewPr varScale="1">
        <p:scale>
          <a:sx n="151" d="100"/>
          <a:sy n="151" d="100"/>
        </p:scale>
        <p:origin x="108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m Kelvin" userId="624f6ae12bb7b72b" providerId="LiveId" clId="{F1251028-0FAA-4340-88A2-7AF13CC6F143}"/>
    <pc:docChg chg="undo redo custSel addSld delSld modSld sldOrd modMainMaster">
      <pc:chgData name="Lim Kelvin" userId="624f6ae12bb7b72b" providerId="LiveId" clId="{F1251028-0FAA-4340-88A2-7AF13CC6F143}" dt="2025-12-15T13:14:12.133" v="12690" actId="20577"/>
      <pc:docMkLst>
        <pc:docMk/>
      </pc:docMkLst>
      <pc:sldChg chg="addSp delSp modSp new del mod modTransition setBg">
        <pc:chgData name="Lim Kelvin" userId="624f6ae12bb7b72b" providerId="LiveId" clId="{F1251028-0FAA-4340-88A2-7AF13CC6F143}" dt="2025-12-15T06:29:03.587" v="9480" actId="47"/>
        <pc:sldMkLst>
          <pc:docMk/>
          <pc:sldMk cId="1149496986" sldId="256"/>
        </pc:sldMkLst>
        <pc:spChg chg="del">
          <ac:chgData name="Lim Kelvin" userId="624f6ae12bb7b72b" providerId="LiveId" clId="{F1251028-0FAA-4340-88A2-7AF13CC6F143}" dt="2025-11-12T11:20:28.783" v="1" actId="478"/>
          <ac:spMkLst>
            <pc:docMk/>
            <pc:sldMk cId="1149496986" sldId="256"/>
            <ac:spMk id="2" creationId="{DA89DE16-A044-4538-AA8F-47CE9016BB3A}"/>
          </ac:spMkLst>
        </pc:spChg>
        <pc:spChg chg="del">
          <ac:chgData name="Lim Kelvin" userId="624f6ae12bb7b72b" providerId="LiveId" clId="{F1251028-0FAA-4340-88A2-7AF13CC6F143}" dt="2025-11-12T11:20:30.601" v="2" actId="478"/>
          <ac:spMkLst>
            <pc:docMk/>
            <pc:sldMk cId="1149496986" sldId="256"/>
            <ac:spMk id="3" creationId="{CE0C589A-2F55-451D-9AF6-47A2D6C19541}"/>
          </ac:spMkLst>
        </pc:spChg>
        <pc:spChg chg="add del mod">
          <ac:chgData name="Lim Kelvin" userId="624f6ae12bb7b72b" providerId="LiveId" clId="{F1251028-0FAA-4340-88A2-7AF13CC6F143}" dt="2025-11-12T11:43:53.279" v="2274" actId="767"/>
          <ac:spMkLst>
            <pc:docMk/>
            <pc:sldMk cId="1149496986" sldId="256"/>
            <ac:spMk id="4" creationId="{2ECBBAB1-E462-46C7-9597-D11C0470F509}"/>
          </ac:spMkLst>
        </pc:spChg>
        <pc:spChg chg="add mod">
          <ac:chgData name="Lim Kelvin" userId="624f6ae12bb7b72b" providerId="LiveId" clId="{F1251028-0FAA-4340-88A2-7AF13CC6F143}" dt="2025-11-12T13:53:16.028" v="3771" actId="404"/>
          <ac:spMkLst>
            <pc:docMk/>
            <pc:sldMk cId="1149496986" sldId="256"/>
            <ac:spMk id="5" creationId="{0FC0A582-7681-4243-8139-C1E1C8376212}"/>
          </ac:spMkLst>
        </pc:spChg>
        <pc:spChg chg="add del mod">
          <ac:chgData name="Lim Kelvin" userId="624f6ae12bb7b72b" providerId="LiveId" clId="{F1251028-0FAA-4340-88A2-7AF13CC6F143}" dt="2025-11-12T13:13:51.279" v="3547" actId="478"/>
          <ac:spMkLst>
            <pc:docMk/>
            <pc:sldMk cId="1149496986" sldId="256"/>
            <ac:spMk id="8" creationId="{5679FAAF-9B04-43B7-B7D2-C7B43A4593A4}"/>
          </ac:spMkLst>
        </pc:spChg>
        <pc:spChg chg="add mod">
          <ac:chgData name="Lim Kelvin" userId="624f6ae12bb7b72b" providerId="LiveId" clId="{F1251028-0FAA-4340-88A2-7AF13CC6F143}" dt="2025-11-12T13:53:09.190" v="3770" actId="1076"/>
          <ac:spMkLst>
            <pc:docMk/>
            <pc:sldMk cId="1149496986" sldId="256"/>
            <ac:spMk id="9" creationId="{06105B47-C1BB-4E63-9FC1-A6182B04D0A2}"/>
          </ac:spMkLst>
        </pc:spChg>
        <pc:picChg chg="add mod">
          <ac:chgData name="Lim Kelvin" userId="624f6ae12bb7b72b" providerId="LiveId" clId="{F1251028-0FAA-4340-88A2-7AF13CC6F143}" dt="2025-11-12T13:15:12.600" v="3733" actId="1076"/>
          <ac:picMkLst>
            <pc:docMk/>
            <pc:sldMk cId="1149496986" sldId="256"/>
            <ac:picMk id="7" creationId="{4AACACF2-29AD-44CB-A4EA-77B01E052666}"/>
          </ac:picMkLst>
        </pc:picChg>
        <pc:cxnChg chg="add del mod">
          <ac:chgData name="Lim Kelvin" userId="624f6ae12bb7b72b" providerId="LiveId" clId="{F1251028-0FAA-4340-88A2-7AF13CC6F143}" dt="2025-12-14T16:16:54.970" v="4628" actId="21"/>
          <ac:cxnSpMkLst>
            <pc:docMk/>
            <pc:sldMk cId="1149496986" sldId="256"/>
            <ac:cxnSpMk id="3" creationId="{27F830CF-F807-4458-AAF9-D9209B01E0F2}"/>
          </ac:cxnSpMkLst>
        </pc:cxnChg>
      </pc:sldChg>
      <pc:sldChg chg="addSp delSp modSp add mod ord setBg">
        <pc:chgData name="Lim Kelvin" userId="624f6ae12bb7b72b" providerId="LiveId" clId="{F1251028-0FAA-4340-88A2-7AF13CC6F143}" dt="2025-12-15T06:50:51.908" v="10043"/>
        <pc:sldMkLst>
          <pc:docMk/>
          <pc:sldMk cId="69434451" sldId="257"/>
        </pc:sldMkLst>
        <pc:spChg chg="add del mod">
          <ac:chgData name="Lim Kelvin" userId="624f6ae12bb7b72b" providerId="LiveId" clId="{F1251028-0FAA-4340-88A2-7AF13CC6F143}" dt="2025-11-12T14:11:56.731" v="3867" actId="478"/>
          <ac:spMkLst>
            <pc:docMk/>
            <pc:sldMk cId="69434451" sldId="257"/>
            <ac:spMk id="4" creationId="{7917EBE6-CE76-47E1-AE74-A0E4896E4BD9}"/>
          </ac:spMkLst>
        </pc:spChg>
        <pc:spChg chg="del">
          <ac:chgData name="Lim Kelvin" userId="624f6ae12bb7b72b" providerId="LiveId" clId="{F1251028-0FAA-4340-88A2-7AF13CC6F143}" dt="2025-11-12T13:18:23.576" v="3743" actId="478"/>
          <ac:spMkLst>
            <pc:docMk/>
            <pc:sldMk cId="69434451" sldId="257"/>
            <ac:spMk id="5" creationId="{0FC0A582-7681-4243-8139-C1E1C8376212}"/>
          </ac:spMkLst>
        </pc:spChg>
        <pc:spChg chg="add del mod">
          <ac:chgData name="Lim Kelvin" userId="624f6ae12bb7b72b" providerId="LiveId" clId="{F1251028-0FAA-4340-88A2-7AF13CC6F143}" dt="2025-11-12T14:08:39.864" v="3801" actId="478"/>
          <ac:spMkLst>
            <pc:docMk/>
            <pc:sldMk cId="69434451" sldId="257"/>
            <ac:spMk id="6" creationId="{F557352E-92FC-4589-8847-68CAAE5C7CEA}"/>
          </ac:spMkLst>
        </pc:spChg>
        <pc:spChg chg="add del mod">
          <ac:chgData name="Lim Kelvin" userId="624f6ae12bb7b72b" providerId="LiveId" clId="{F1251028-0FAA-4340-88A2-7AF13CC6F143}" dt="2025-11-12T14:11:08.728" v="3864" actId="478"/>
          <ac:spMkLst>
            <pc:docMk/>
            <pc:sldMk cId="69434451" sldId="257"/>
            <ac:spMk id="8" creationId="{3E616DF2-92D3-4FDB-870D-46CC5A05B737}"/>
          </ac:spMkLst>
        </pc:spChg>
        <pc:spChg chg="del">
          <ac:chgData name="Lim Kelvin" userId="624f6ae12bb7b72b" providerId="LiveId" clId="{F1251028-0FAA-4340-88A2-7AF13CC6F143}" dt="2025-11-12T13:18:24.315" v="3744" actId="478"/>
          <ac:spMkLst>
            <pc:docMk/>
            <pc:sldMk cId="69434451" sldId="257"/>
            <ac:spMk id="9" creationId="{06105B47-C1BB-4E63-9FC1-A6182B04D0A2}"/>
          </ac:spMkLst>
        </pc:spChg>
        <pc:spChg chg="add del mod">
          <ac:chgData name="Lim Kelvin" userId="624f6ae12bb7b72b" providerId="LiveId" clId="{F1251028-0FAA-4340-88A2-7AF13CC6F143}" dt="2025-11-12T14:11:02.816" v="3863" actId="478"/>
          <ac:spMkLst>
            <pc:docMk/>
            <pc:sldMk cId="69434451" sldId="257"/>
            <ac:spMk id="10" creationId="{3856076D-E8EA-4BBE-BBFB-D4769F8B5647}"/>
          </ac:spMkLst>
        </pc:spChg>
        <pc:picChg chg="add mod">
          <ac:chgData name="Lim Kelvin" userId="624f6ae12bb7b72b" providerId="LiveId" clId="{F1251028-0FAA-4340-88A2-7AF13CC6F143}" dt="2025-11-12T14:09:23.573" v="3817" actId="1076"/>
          <ac:picMkLst>
            <pc:docMk/>
            <pc:sldMk cId="69434451" sldId="257"/>
            <ac:picMk id="3" creationId="{87FA7B6C-C6A7-4D6B-BBE0-7DC1CA37331A}"/>
          </ac:picMkLst>
        </pc:picChg>
        <pc:picChg chg="del mod">
          <ac:chgData name="Lim Kelvin" userId="624f6ae12bb7b72b" providerId="LiveId" clId="{F1251028-0FAA-4340-88A2-7AF13CC6F143}" dt="2025-11-12T13:28:41.734" v="3751" actId="478"/>
          <ac:picMkLst>
            <pc:docMk/>
            <pc:sldMk cId="69434451" sldId="257"/>
            <ac:picMk id="7" creationId="{4AACACF2-29AD-44CB-A4EA-77B01E052666}"/>
          </ac:picMkLst>
        </pc:picChg>
      </pc:sldChg>
      <pc:sldChg chg="delSp add del mod">
        <pc:chgData name="Lim Kelvin" userId="624f6ae12bb7b72b" providerId="LiveId" clId="{F1251028-0FAA-4340-88A2-7AF13CC6F143}" dt="2025-11-12T13:18:17.988" v="3740" actId="47"/>
        <pc:sldMkLst>
          <pc:docMk/>
          <pc:sldMk cId="678535418" sldId="257"/>
        </pc:sldMkLst>
        <pc:spChg chg="del">
          <ac:chgData name="Lim Kelvin" userId="624f6ae12bb7b72b" providerId="LiveId" clId="{F1251028-0FAA-4340-88A2-7AF13CC6F143}" dt="2025-11-12T13:15:52.850" v="3738" actId="478"/>
          <ac:spMkLst>
            <pc:docMk/>
            <pc:sldMk cId="678535418" sldId="257"/>
            <ac:spMk id="5" creationId="{0FC0A582-7681-4243-8139-C1E1C8376212}"/>
          </ac:spMkLst>
        </pc:spChg>
        <pc:spChg chg="del">
          <ac:chgData name="Lim Kelvin" userId="624f6ae12bb7b72b" providerId="LiveId" clId="{F1251028-0FAA-4340-88A2-7AF13CC6F143}" dt="2025-11-12T13:15:54.726" v="3739" actId="478"/>
          <ac:spMkLst>
            <pc:docMk/>
            <pc:sldMk cId="678535418" sldId="257"/>
            <ac:spMk id="9" creationId="{06105B47-C1BB-4E63-9FC1-A6182B04D0A2}"/>
          </ac:spMkLst>
        </pc:spChg>
        <pc:picChg chg="del">
          <ac:chgData name="Lim Kelvin" userId="624f6ae12bb7b72b" providerId="LiveId" clId="{F1251028-0FAA-4340-88A2-7AF13CC6F143}" dt="2025-11-12T13:15:50.166" v="3737" actId="478"/>
          <ac:picMkLst>
            <pc:docMk/>
            <pc:sldMk cId="678535418" sldId="257"/>
            <ac:picMk id="7" creationId="{4AACACF2-29AD-44CB-A4EA-77B01E052666}"/>
          </ac:picMkLst>
        </pc:picChg>
      </pc:sldChg>
      <pc:sldChg chg="delSp add del mod">
        <pc:chgData name="Lim Kelvin" userId="624f6ae12bb7b72b" providerId="LiveId" clId="{F1251028-0FAA-4340-88A2-7AF13CC6F143}" dt="2025-11-12T13:43:06.455" v="3762" actId="47"/>
        <pc:sldMkLst>
          <pc:docMk/>
          <pc:sldMk cId="1993304080" sldId="258"/>
        </pc:sldMkLst>
        <pc:picChg chg="del">
          <ac:chgData name="Lim Kelvin" userId="624f6ae12bb7b72b" providerId="LiveId" clId="{F1251028-0FAA-4340-88A2-7AF13CC6F143}" dt="2025-11-12T13:19:04.400" v="3750" actId="478"/>
          <ac:picMkLst>
            <pc:docMk/>
            <pc:sldMk cId="1993304080" sldId="258"/>
            <ac:picMk id="7" creationId="{4AACACF2-29AD-44CB-A4EA-77B01E052666}"/>
          </ac:picMkLst>
        </pc:picChg>
      </pc:sldChg>
      <pc:sldChg chg="addSp delSp modSp add del mod setBg">
        <pc:chgData name="Lim Kelvin" userId="624f6ae12bb7b72b" providerId="LiveId" clId="{F1251028-0FAA-4340-88A2-7AF13CC6F143}" dt="2025-12-15T04:59:29.819" v="8281" actId="47"/>
        <pc:sldMkLst>
          <pc:docMk/>
          <pc:sldMk cId="1227273869" sldId="259"/>
        </pc:sldMkLst>
        <pc:spChg chg="add mod">
          <ac:chgData name="Lim Kelvin" userId="624f6ae12bb7b72b" providerId="LiveId" clId="{F1251028-0FAA-4340-88A2-7AF13CC6F143}" dt="2025-12-14T14:58:18.451" v="4036" actId="1076"/>
          <ac:spMkLst>
            <pc:docMk/>
            <pc:sldMk cId="1227273869" sldId="259"/>
            <ac:spMk id="5" creationId="{DBCB5AEB-778F-4E5A-9F6C-E765D3FC0DB8}"/>
          </ac:spMkLst>
        </pc:spChg>
        <pc:spChg chg="add mod">
          <ac:chgData name="Lim Kelvin" userId="624f6ae12bb7b72b" providerId="LiveId" clId="{F1251028-0FAA-4340-88A2-7AF13CC6F143}" dt="2025-12-14T14:58:18.451" v="4036" actId="1076"/>
          <ac:spMkLst>
            <pc:docMk/>
            <pc:sldMk cId="1227273869" sldId="259"/>
            <ac:spMk id="6" creationId="{F17CE65D-AB6E-41C9-9516-DDDD5F53C85C}"/>
          </ac:spMkLst>
        </pc:spChg>
        <pc:spChg chg="add mod">
          <ac:chgData name="Lim Kelvin" userId="624f6ae12bb7b72b" providerId="LiveId" clId="{F1251028-0FAA-4340-88A2-7AF13CC6F143}" dt="2025-12-14T14:58:18.451" v="4036" actId="1076"/>
          <ac:spMkLst>
            <pc:docMk/>
            <pc:sldMk cId="1227273869" sldId="259"/>
            <ac:spMk id="7" creationId="{64DF63D9-C80F-49FF-8CEA-AEFCE24A8BB3}"/>
          </ac:spMkLst>
        </pc:spChg>
        <pc:picChg chg="mod">
          <ac:chgData name="Lim Kelvin" userId="624f6ae12bb7b72b" providerId="LiveId" clId="{F1251028-0FAA-4340-88A2-7AF13CC6F143}" dt="2025-12-14T14:58:18.451" v="4036" actId="1076"/>
          <ac:picMkLst>
            <pc:docMk/>
            <pc:sldMk cId="1227273869" sldId="259"/>
            <ac:picMk id="3" creationId="{87FA7B6C-C6A7-4D6B-BBE0-7DC1CA37331A}"/>
          </ac:picMkLst>
        </pc:picChg>
        <pc:picChg chg="add del">
          <ac:chgData name="Lim Kelvin" userId="624f6ae12bb7b72b" providerId="LiveId" clId="{F1251028-0FAA-4340-88A2-7AF13CC6F143}" dt="2025-11-12T14:55:39.954" v="3877" actId="22"/>
          <ac:picMkLst>
            <pc:docMk/>
            <pc:sldMk cId="1227273869" sldId="259"/>
            <ac:picMk id="4" creationId="{0D3D292A-30A0-4348-ACE8-2FC5DB35060D}"/>
          </ac:picMkLst>
        </pc:picChg>
      </pc:sldChg>
      <pc:sldChg chg="delSp add del mod">
        <pc:chgData name="Lim Kelvin" userId="624f6ae12bb7b72b" providerId="LiveId" clId="{F1251028-0FAA-4340-88A2-7AF13CC6F143}" dt="2025-11-12T14:30:51.379" v="3869" actId="47"/>
        <pc:sldMkLst>
          <pc:docMk/>
          <pc:sldMk cId="3821458616" sldId="260"/>
        </pc:sldMkLst>
        <pc:spChg chg="del">
          <ac:chgData name="Lim Kelvin" userId="624f6ae12bb7b72b" providerId="LiveId" clId="{F1251028-0FAA-4340-88A2-7AF13CC6F143}" dt="2025-11-12T14:11:34.368" v="3865" actId="478"/>
          <ac:spMkLst>
            <pc:docMk/>
            <pc:sldMk cId="3821458616" sldId="260"/>
            <ac:spMk id="10" creationId="{3856076D-E8EA-4BBE-BBFB-D4769F8B5647}"/>
          </ac:spMkLst>
        </pc:spChg>
      </pc:sldChg>
      <pc:sldChg chg="addSp delSp modSp add ord setBg">
        <pc:chgData name="Lim Kelvin" userId="624f6ae12bb7b72b" providerId="LiveId" clId="{F1251028-0FAA-4340-88A2-7AF13CC6F143}" dt="2025-12-15T06:50:51.109" v="10041"/>
        <pc:sldMkLst>
          <pc:docMk/>
          <pc:sldMk cId="4168088826" sldId="261"/>
        </pc:sldMkLst>
        <pc:spChg chg="add del mod">
          <ac:chgData name="Lim Kelvin" userId="624f6ae12bb7b72b" providerId="LiveId" clId="{F1251028-0FAA-4340-88A2-7AF13CC6F143}" dt="2025-11-12T14:56:25.003" v="3886"/>
          <ac:spMkLst>
            <pc:docMk/>
            <pc:sldMk cId="4168088826" sldId="261"/>
            <ac:spMk id="6" creationId="{21C811F1-A213-4EB7-8E46-EB34988BA4EE}"/>
          </ac:spMkLst>
        </pc:spChg>
      </pc:sldChg>
      <pc:sldChg chg="add del">
        <pc:chgData name="Lim Kelvin" userId="624f6ae12bb7b72b" providerId="LiveId" clId="{F1251028-0FAA-4340-88A2-7AF13CC6F143}" dt="2025-11-12T14:30:50.121" v="3868" actId="47"/>
        <pc:sldMkLst>
          <pc:docMk/>
          <pc:sldMk cId="2926636416" sldId="262"/>
        </pc:sldMkLst>
      </pc:sldChg>
      <pc:sldChg chg="addSp modSp add del mod setBg">
        <pc:chgData name="Lim Kelvin" userId="624f6ae12bb7b72b" providerId="LiveId" clId="{F1251028-0FAA-4340-88A2-7AF13CC6F143}" dt="2025-12-15T06:50:17.300" v="10030" actId="47"/>
        <pc:sldMkLst>
          <pc:docMk/>
          <pc:sldMk cId="3746620874" sldId="262"/>
        </pc:sldMkLst>
        <pc:spChg chg="add mod">
          <ac:chgData name="Lim Kelvin" userId="624f6ae12bb7b72b" providerId="LiveId" clId="{F1251028-0FAA-4340-88A2-7AF13CC6F143}" dt="2025-12-15T04:56:01.560" v="8278" actId="207"/>
          <ac:spMkLst>
            <pc:docMk/>
            <pc:sldMk cId="3746620874" sldId="262"/>
            <ac:spMk id="2" creationId="{DFB550BA-01FB-4C1B-9C6F-5C2F7555C397}"/>
          </ac:spMkLst>
        </pc:spChg>
        <pc:spChg chg="add mod">
          <ac:chgData name="Lim Kelvin" userId="624f6ae12bb7b72b" providerId="LiveId" clId="{F1251028-0FAA-4340-88A2-7AF13CC6F143}" dt="2025-12-15T04:55:15.156" v="8272" actId="1076"/>
          <ac:spMkLst>
            <pc:docMk/>
            <pc:sldMk cId="3746620874" sldId="262"/>
            <ac:spMk id="5" creationId="{F615E980-2C8B-4A73-923E-8E01232FD81D}"/>
          </ac:spMkLst>
        </pc:spChg>
        <pc:picChg chg="add mod">
          <ac:chgData name="Lim Kelvin" userId="624f6ae12bb7b72b" providerId="LiveId" clId="{F1251028-0FAA-4340-88A2-7AF13CC6F143}" dt="2025-12-15T04:59:11.824" v="8280" actId="14100"/>
          <ac:picMkLst>
            <pc:docMk/>
            <pc:sldMk cId="3746620874" sldId="262"/>
            <ac:picMk id="4" creationId="{A5F07E7C-678F-4271-B22F-2F8E2FAC3E02}"/>
          </ac:picMkLst>
        </pc:picChg>
      </pc:sldChg>
      <pc:sldChg chg="add del">
        <pc:chgData name="Lim Kelvin" userId="624f6ae12bb7b72b" providerId="LiveId" clId="{F1251028-0FAA-4340-88A2-7AF13CC6F143}" dt="2025-12-15T06:50:27.412" v="10031" actId="47"/>
        <pc:sldMkLst>
          <pc:docMk/>
          <pc:sldMk cId="2969836574" sldId="263"/>
        </pc:sldMkLst>
      </pc:sldChg>
      <pc:sldChg chg="addSp delSp modSp add del mod modTransition setBg">
        <pc:chgData name="Lim Kelvin" userId="624f6ae12bb7b72b" providerId="LiveId" clId="{F1251028-0FAA-4340-88A2-7AF13CC6F143}" dt="2025-12-15T12:53:24.235" v="12519" actId="47"/>
        <pc:sldMkLst>
          <pc:docMk/>
          <pc:sldMk cId="2271038724" sldId="264"/>
        </pc:sldMkLst>
        <pc:spChg chg="add del mod">
          <ac:chgData name="Lim Kelvin" userId="624f6ae12bb7b72b" providerId="LiveId" clId="{F1251028-0FAA-4340-88A2-7AF13CC6F143}" dt="2025-12-14T15:11:03.064" v="4205" actId="478"/>
          <ac:spMkLst>
            <pc:docMk/>
            <pc:sldMk cId="2271038724" sldId="264"/>
            <ac:spMk id="2" creationId="{00E41492-7B83-433D-BA49-C42A86721A2B}"/>
          </ac:spMkLst>
        </pc:spChg>
        <pc:spChg chg="add del mod">
          <ac:chgData name="Lim Kelvin" userId="624f6ae12bb7b72b" providerId="LiveId" clId="{F1251028-0FAA-4340-88A2-7AF13CC6F143}" dt="2025-12-14T15:06:16.196" v="4165" actId="1076"/>
          <ac:spMkLst>
            <pc:docMk/>
            <pc:sldMk cId="2271038724" sldId="264"/>
            <ac:spMk id="5" creationId="{3BAF0207-B444-4304-9666-A12A1F324F4F}"/>
          </ac:spMkLst>
        </pc:spChg>
        <pc:spChg chg="add del mod">
          <ac:chgData name="Lim Kelvin" userId="624f6ae12bb7b72b" providerId="LiveId" clId="{F1251028-0FAA-4340-88A2-7AF13CC6F143}" dt="2025-12-14T15:11:03.769" v="4206" actId="478"/>
          <ac:spMkLst>
            <pc:docMk/>
            <pc:sldMk cId="2271038724" sldId="264"/>
            <ac:spMk id="6" creationId="{CB26C1CB-AD78-4FDC-9F22-11262D216068}"/>
          </ac:spMkLst>
        </pc:spChg>
        <pc:spChg chg="add mod ord">
          <ac:chgData name="Lim Kelvin" userId="624f6ae12bb7b72b" providerId="LiveId" clId="{F1251028-0FAA-4340-88A2-7AF13CC6F143}" dt="2025-12-15T03:20:54.147" v="8120" actId="1076"/>
          <ac:spMkLst>
            <pc:docMk/>
            <pc:sldMk cId="2271038724" sldId="264"/>
            <ac:spMk id="6" creationId="{F6276465-3A0A-4155-92CC-170822825FA8}"/>
          </ac:spMkLst>
        </pc:spChg>
        <pc:picChg chg="del">
          <ac:chgData name="Lim Kelvin" userId="624f6ae12bb7b72b" providerId="LiveId" clId="{F1251028-0FAA-4340-88A2-7AF13CC6F143}" dt="2025-12-14T14:58:34.861" v="4039" actId="478"/>
          <ac:picMkLst>
            <pc:docMk/>
            <pc:sldMk cId="2271038724" sldId="264"/>
            <ac:picMk id="3" creationId="{87FA7B6C-C6A7-4D6B-BBE0-7DC1CA37331A}"/>
          </ac:picMkLst>
        </pc:picChg>
        <pc:picChg chg="del">
          <ac:chgData name="Lim Kelvin" userId="624f6ae12bb7b72b" providerId="LiveId" clId="{F1251028-0FAA-4340-88A2-7AF13CC6F143}" dt="2025-12-14T14:58:32.388" v="4038" actId="478"/>
          <ac:picMkLst>
            <pc:docMk/>
            <pc:sldMk cId="2271038724" sldId="264"/>
            <ac:picMk id="4" creationId="{A5F07E7C-678F-4271-B22F-2F8E2FAC3E02}"/>
          </ac:picMkLst>
        </pc:picChg>
        <pc:cxnChg chg="add mod">
          <ac:chgData name="Lim Kelvin" userId="624f6ae12bb7b72b" providerId="LiveId" clId="{F1251028-0FAA-4340-88A2-7AF13CC6F143}" dt="2025-12-14T16:18:53.914" v="4658" actId="14100"/>
          <ac:cxnSpMkLst>
            <pc:docMk/>
            <pc:sldMk cId="2271038724" sldId="264"/>
            <ac:cxnSpMk id="7" creationId="{799DA638-12BC-4CC2-BD5B-8CEA0D649EE2}"/>
          </ac:cxnSpMkLst>
        </pc:cxnChg>
        <pc:cxnChg chg="add mod">
          <ac:chgData name="Lim Kelvin" userId="624f6ae12bb7b72b" providerId="LiveId" clId="{F1251028-0FAA-4340-88A2-7AF13CC6F143}" dt="2025-12-14T16:18:57.109" v="4659" actId="14100"/>
          <ac:cxnSpMkLst>
            <pc:docMk/>
            <pc:sldMk cId="2271038724" sldId="264"/>
            <ac:cxnSpMk id="8" creationId="{700056B0-C72E-4677-BF63-E807EDACFEB5}"/>
          </ac:cxnSpMkLst>
        </pc:cxnChg>
      </pc:sldChg>
      <pc:sldChg chg="delSp add del mod">
        <pc:chgData name="Lim Kelvin" userId="624f6ae12bb7b72b" providerId="LiveId" clId="{F1251028-0FAA-4340-88A2-7AF13CC6F143}" dt="2025-12-14T15:02:00.031" v="4103" actId="47"/>
        <pc:sldMkLst>
          <pc:docMk/>
          <pc:sldMk cId="3271216051" sldId="265"/>
        </pc:sldMkLst>
        <pc:picChg chg="del">
          <ac:chgData name="Lim Kelvin" userId="624f6ae12bb7b72b" providerId="LiveId" clId="{F1251028-0FAA-4340-88A2-7AF13CC6F143}" dt="2025-12-14T15:01:03.752" v="4102" actId="478"/>
          <ac:picMkLst>
            <pc:docMk/>
            <pc:sldMk cId="3271216051" sldId="265"/>
            <ac:picMk id="3" creationId="{87FA7B6C-C6A7-4D6B-BBE0-7DC1CA37331A}"/>
          </ac:picMkLst>
        </pc:picChg>
        <pc:picChg chg="del">
          <ac:chgData name="Lim Kelvin" userId="624f6ae12bb7b72b" providerId="LiveId" clId="{F1251028-0FAA-4340-88A2-7AF13CC6F143}" dt="2025-12-14T15:01:01.255" v="4101" actId="478"/>
          <ac:picMkLst>
            <pc:docMk/>
            <pc:sldMk cId="3271216051" sldId="265"/>
            <ac:picMk id="4" creationId="{A5F07E7C-678F-4271-B22F-2F8E2FAC3E02}"/>
          </ac:picMkLst>
        </pc:picChg>
      </pc:sldChg>
      <pc:sldChg chg="addSp modSp add mod modTransition">
        <pc:chgData name="Lim Kelvin" userId="624f6ae12bb7b72b" providerId="LiveId" clId="{F1251028-0FAA-4340-88A2-7AF13CC6F143}" dt="2025-12-15T09:05:18.591" v="11982"/>
        <pc:sldMkLst>
          <pc:docMk/>
          <pc:sldMk cId="4287900417" sldId="265"/>
        </pc:sldMkLst>
        <pc:spChg chg="mod">
          <ac:chgData name="Lim Kelvin" userId="624f6ae12bb7b72b" providerId="LiveId" clId="{F1251028-0FAA-4340-88A2-7AF13CC6F143}" dt="2025-12-14T15:12:26.894" v="4263" actId="1076"/>
          <ac:spMkLst>
            <pc:docMk/>
            <pc:sldMk cId="4287900417" sldId="265"/>
            <ac:spMk id="5" creationId="{3BAF0207-B444-4304-9666-A12A1F324F4F}"/>
          </ac:spMkLst>
        </pc:spChg>
        <pc:spChg chg="add mod ord">
          <ac:chgData name="Lim Kelvin" userId="624f6ae12bb7b72b" providerId="LiveId" clId="{F1251028-0FAA-4340-88A2-7AF13CC6F143}" dt="2025-12-15T03:20:40.725" v="8117" actId="167"/>
          <ac:spMkLst>
            <pc:docMk/>
            <pc:sldMk cId="4287900417" sldId="265"/>
            <ac:spMk id="11" creationId="{994639DA-E33A-47C0-888D-C1F3A6308374}"/>
          </ac:spMkLst>
        </pc:spChg>
        <pc:cxnChg chg="add mod">
          <ac:chgData name="Lim Kelvin" userId="624f6ae12bb7b72b" providerId="LiveId" clId="{F1251028-0FAA-4340-88A2-7AF13CC6F143}" dt="2025-12-14T16:18:20.469" v="4648" actId="14100"/>
          <ac:cxnSpMkLst>
            <pc:docMk/>
            <pc:sldMk cId="4287900417" sldId="265"/>
            <ac:cxnSpMk id="3" creationId="{6645B254-86F4-4A0F-91D4-1D8AE4F4E5FC}"/>
          </ac:cxnSpMkLst>
        </pc:cxnChg>
        <pc:cxnChg chg="add mod">
          <ac:chgData name="Lim Kelvin" userId="624f6ae12bb7b72b" providerId="LiveId" clId="{F1251028-0FAA-4340-88A2-7AF13CC6F143}" dt="2025-12-14T16:18:27.067" v="4652" actId="1076"/>
          <ac:cxnSpMkLst>
            <pc:docMk/>
            <pc:sldMk cId="4287900417" sldId="265"/>
            <ac:cxnSpMk id="8" creationId="{E1C05AFD-7532-403B-B513-88071C2FF763}"/>
          </ac:cxnSpMkLst>
        </pc:cxnChg>
      </pc:sldChg>
      <pc:sldChg chg="addSp delSp modSp add del mod">
        <pc:chgData name="Lim Kelvin" userId="624f6ae12bb7b72b" providerId="LiveId" clId="{F1251028-0FAA-4340-88A2-7AF13CC6F143}" dt="2025-12-15T12:53:21.103" v="12518" actId="47"/>
        <pc:sldMkLst>
          <pc:docMk/>
          <pc:sldMk cId="347776168" sldId="266"/>
        </pc:sldMkLst>
        <pc:spChg chg="mod">
          <ac:chgData name="Lim Kelvin" userId="624f6ae12bb7b72b" providerId="LiveId" clId="{F1251028-0FAA-4340-88A2-7AF13CC6F143}" dt="2025-12-14T19:33:43.383" v="7347" actId="1076"/>
          <ac:spMkLst>
            <pc:docMk/>
            <pc:sldMk cId="347776168" sldId="266"/>
            <ac:spMk id="2" creationId="{00E41492-7B83-433D-BA49-C42A86721A2B}"/>
          </ac:spMkLst>
        </pc:spChg>
        <pc:spChg chg="del">
          <ac:chgData name="Lim Kelvin" userId="624f6ae12bb7b72b" providerId="LiveId" clId="{F1251028-0FAA-4340-88A2-7AF13CC6F143}" dt="2025-12-14T15:06:24.176" v="4167" actId="478"/>
          <ac:spMkLst>
            <pc:docMk/>
            <pc:sldMk cId="347776168" sldId="266"/>
            <ac:spMk id="5" creationId="{3BAF0207-B444-4304-9666-A12A1F324F4F}"/>
          </ac:spMkLst>
        </pc:spChg>
        <pc:spChg chg="mod">
          <ac:chgData name="Lim Kelvin" userId="624f6ae12bb7b72b" providerId="LiveId" clId="{F1251028-0FAA-4340-88A2-7AF13CC6F143}" dt="2025-12-14T19:33:44.843" v="7348" actId="1076"/>
          <ac:spMkLst>
            <pc:docMk/>
            <pc:sldMk cId="347776168" sldId="266"/>
            <ac:spMk id="6" creationId="{CB26C1CB-AD78-4FDC-9F22-11262D216068}"/>
          </ac:spMkLst>
        </pc:spChg>
        <pc:spChg chg="add del mod">
          <ac:chgData name="Lim Kelvin" userId="624f6ae12bb7b72b" providerId="LiveId" clId="{F1251028-0FAA-4340-88A2-7AF13CC6F143}" dt="2025-12-14T15:06:44.973" v="4172" actId="478"/>
          <ac:spMkLst>
            <pc:docMk/>
            <pc:sldMk cId="347776168" sldId="266"/>
            <ac:spMk id="7" creationId="{49D2E241-3556-4365-9D3E-D5C6C4295244}"/>
          </ac:spMkLst>
        </pc:spChg>
        <pc:spChg chg="add mod">
          <ac:chgData name="Lim Kelvin" userId="624f6ae12bb7b72b" providerId="LiveId" clId="{F1251028-0FAA-4340-88A2-7AF13CC6F143}" dt="2025-12-14T19:33:41.639" v="7346" actId="1076"/>
          <ac:spMkLst>
            <pc:docMk/>
            <pc:sldMk cId="347776168" sldId="266"/>
            <ac:spMk id="8" creationId="{731FA9D5-2238-4DF2-A6CB-3E9FAF48CC11}"/>
          </ac:spMkLst>
        </pc:spChg>
        <pc:spChg chg="add mod">
          <ac:chgData name="Lim Kelvin" userId="624f6ae12bb7b72b" providerId="LiveId" clId="{F1251028-0FAA-4340-88A2-7AF13CC6F143}" dt="2025-12-14T15:10:56.533" v="4202" actId="1076"/>
          <ac:spMkLst>
            <pc:docMk/>
            <pc:sldMk cId="347776168" sldId="266"/>
            <ac:spMk id="9" creationId="{43639884-E84C-482D-8912-722A85723EA9}"/>
          </ac:spMkLst>
        </pc:spChg>
        <pc:spChg chg="add mod">
          <ac:chgData name="Lim Kelvin" userId="624f6ae12bb7b72b" providerId="LiveId" clId="{F1251028-0FAA-4340-88A2-7AF13CC6F143}" dt="2025-12-14T15:10:58.149" v="4203" actId="1076"/>
          <ac:spMkLst>
            <pc:docMk/>
            <pc:sldMk cId="347776168" sldId="266"/>
            <ac:spMk id="10" creationId="{F8A0DC30-48F4-4CA5-9386-0CDB6D72F16B}"/>
          </ac:spMkLst>
        </pc:spChg>
        <pc:spChg chg="add mod">
          <ac:chgData name="Lim Kelvin" userId="624f6ae12bb7b72b" providerId="LiveId" clId="{F1251028-0FAA-4340-88A2-7AF13CC6F143}" dt="2025-12-14T15:10:38.717" v="4201" actId="1076"/>
          <ac:spMkLst>
            <pc:docMk/>
            <pc:sldMk cId="347776168" sldId="266"/>
            <ac:spMk id="12" creationId="{0A87A8C5-C3D6-4E65-B31A-16423022E372}"/>
          </ac:spMkLst>
        </pc:spChg>
        <pc:spChg chg="add mod">
          <ac:chgData name="Lim Kelvin" userId="624f6ae12bb7b72b" providerId="LiveId" clId="{F1251028-0FAA-4340-88A2-7AF13CC6F143}" dt="2025-12-14T15:10:35.176" v="4200" actId="1076"/>
          <ac:spMkLst>
            <pc:docMk/>
            <pc:sldMk cId="347776168" sldId="266"/>
            <ac:spMk id="14" creationId="{15CD2E47-0D44-4FAE-8D46-13744BB65A8F}"/>
          </ac:spMkLst>
        </pc:spChg>
      </pc:sldChg>
      <pc:sldChg chg="addSp delSp modSp add mod">
        <pc:chgData name="Lim Kelvin" userId="624f6ae12bb7b72b" providerId="LiveId" clId="{F1251028-0FAA-4340-88A2-7AF13CC6F143}" dt="2025-12-14T15:12:09.963" v="4247"/>
        <pc:sldMkLst>
          <pc:docMk/>
          <pc:sldMk cId="3234042550" sldId="267"/>
        </pc:sldMkLst>
        <pc:spChg chg="del">
          <ac:chgData name="Lim Kelvin" userId="624f6ae12bb7b72b" providerId="LiveId" clId="{F1251028-0FAA-4340-88A2-7AF13CC6F143}" dt="2025-12-14T15:12:00.017" v="4246" actId="478"/>
          <ac:spMkLst>
            <pc:docMk/>
            <pc:sldMk cId="3234042550" sldId="267"/>
            <ac:spMk id="5" creationId="{3BAF0207-B444-4304-9666-A12A1F324F4F}"/>
          </ac:spMkLst>
        </pc:spChg>
        <pc:picChg chg="add mod">
          <ac:chgData name="Lim Kelvin" userId="624f6ae12bb7b72b" providerId="LiveId" clId="{F1251028-0FAA-4340-88A2-7AF13CC6F143}" dt="2025-12-14T15:12:09.963" v="4247"/>
          <ac:picMkLst>
            <pc:docMk/>
            <pc:sldMk cId="3234042550" sldId="267"/>
            <ac:picMk id="3" creationId="{627395E9-AC0B-4100-BACE-A60A31775814}"/>
          </ac:picMkLst>
        </pc:picChg>
      </pc:sldChg>
      <pc:sldChg chg="addSp delSp modSp add mod ord">
        <pc:chgData name="Lim Kelvin" userId="624f6ae12bb7b72b" providerId="LiveId" clId="{F1251028-0FAA-4340-88A2-7AF13CC6F143}" dt="2025-12-14T18:02:02.016" v="5962"/>
        <pc:sldMkLst>
          <pc:docMk/>
          <pc:sldMk cId="384026966" sldId="268"/>
        </pc:sldMkLst>
        <pc:picChg chg="del">
          <ac:chgData name="Lim Kelvin" userId="624f6ae12bb7b72b" providerId="LiveId" clId="{F1251028-0FAA-4340-88A2-7AF13CC6F143}" dt="2025-12-14T15:12:34.924" v="4265" actId="478"/>
          <ac:picMkLst>
            <pc:docMk/>
            <pc:sldMk cId="384026966" sldId="268"/>
            <ac:picMk id="3" creationId="{627395E9-AC0B-4100-BACE-A60A31775814}"/>
          </ac:picMkLst>
        </pc:picChg>
        <pc:picChg chg="add mod modCrop">
          <ac:chgData name="Lim Kelvin" userId="624f6ae12bb7b72b" providerId="LiveId" clId="{F1251028-0FAA-4340-88A2-7AF13CC6F143}" dt="2025-12-14T15:13:47.327" v="4291" actId="1076"/>
          <ac:picMkLst>
            <pc:docMk/>
            <pc:sldMk cId="384026966" sldId="268"/>
            <ac:picMk id="4" creationId="{BF247AFE-CC9C-4EDA-94FA-49936E4503F2}"/>
          </ac:picMkLst>
        </pc:picChg>
        <pc:picChg chg="add mod modCrop">
          <ac:chgData name="Lim Kelvin" userId="624f6ae12bb7b72b" providerId="LiveId" clId="{F1251028-0FAA-4340-88A2-7AF13CC6F143}" dt="2025-12-14T15:13:53.465" v="4294" actId="1076"/>
          <ac:picMkLst>
            <pc:docMk/>
            <pc:sldMk cId="384026966" sldId="268"/>
            <ac:picMk id="6" creationId="{1564F673-60F2-49BB-B600-E5BEE258EB37}"/>
          </ac:picMkLst>
        </pc:picChg>
      </pc:sldChg>
      <pc:sldChg chg="addSp delSp modSp add mod">
        <pc:chgData name="Lim Kelvin" userId="624f6ae12bb7b72b" providerId="LiveId" clId="{F1251028-0FAA-4340-88A2-7AF13CC6F143}" dt="2025-12-14T16:01:56.605" v="4298"/>
        <pc:sldMkLst>
          <pc:docMk/>
          <pc:sldMk cId="1900291662" sldId="269"/>
        </pc:sldMkLst>
        <pc:picChg chg="add mod">
          <ac:chgData name="Lim Kelvin" userId="624f6ae12bb7b72b" providerId="LiveId" clId="{F1251028-0FAA-4340-88A2-7AF13CC6F143}" dt="2025-12-14T16:01:56.605" v="4298"/>
          <ac:picMkLst>
            <pc:docMk/>
            <pc:sldMk cId="1900291662" sldId="269"/>
            <ac:picMk id="3" creationId="{FE96789F-5EE3-48C2-818F-7BB6A6F6022E}"/>
          </ac:picMkLst>
        </pc:picChg>
        <pc:picChg chg="del">
          <ac:chgData name="Lim Kelvin" userId="624f6ae12bb7b72b" providerId="LiveId" clId="{F1251028-0FAA-4340-88A2-7AF13CC6F143}" dt="2025-12-14T16:01:46.653" v="4297" actId="478"/>
          <ac:picMkLst>
            <pc:docMk/>
            <pc:sldMk cId="1900291662" sldId="269"/>
            <ac:picMk id="4" creationId="{BF247AFE-CC9C-4EDA-94FA-49936E4503F2}"/>
          </ac:picMkLst>
        </pc:picChg>
        <pc:picChg chg="del">
          <ac:chgData name="Lim Kelvin" userId="624f6ae12bb7b72b" providerId="LiveId" clId="{F1251028-0FAA-4340-88A2-7AF13CC6F143}" dt="2025-12-14T16:01:46.404" v="4296" actId="478"/>
          <ac:picMkLst>
            <pc:docMk/>
            <pc:sldMk cId="1900291662" sldId="269"/>
            <ac:picMk id="6" creationId="{1564F673-60F2-49BB-B600-E5BEE258EB37}"/>
          </ac:picMkLst>
        </pc:picChg>
      </pc:sldChg>
      <pc:sldChg chg="addSp delSp modSp add mod">
        <pc:chgData name="Lim Kelvin" userId="624f6ae12bb7b72b" providerId="LiveId" clId="{F1251028-0FAA-4340-88A2-7AF13CC6F143}" dt="2025-12-14T16:02:01.733" v="4301"/>
        <pc:sldMkLst>
          <pc:docMk/>
          <pc:sldMk cId="4145207022" sldId="270"/>
        </pc:sldMkLst>
        <pc:picChg chg="del">
          <ac:chgData name="Lim Kelvin" userId="624f6ae12bb7b72b" providerId="LiveId" clId="{F1251028-0FAA-4340-88A2-7AF13CC6F143}" dt="2025-12-14T16:01:59.864" v="4300" actId="478"/>
          <ac:picMkLst>
            <pc:docMk/>
            <pc:sldMk cId="4145207022" sldId="270"/>
            <ac:picMk id="3" creationId="{FE96789F-5EE3-48C2-818F-7BB6A6F6022E}"/>
          </ac:picMkLst>
        </pc:picChg>
        <pc:picChg chg="add mod">
          <ac:chgData name="Lim Kelvin" userId="624f6ae12bb7b72b" providerId="LiveId" clId="{F1251028-0FAA-4340-88A2-7AF13CC6F143}" dt="2025-12-14T16:02:01.733" v="4301"/>
          <ac:picMkLst>
            <pc:docMk/>
            <pc:sldMk cId="4145207022" sldId="270"/>
            <ac:picMk id="4" creationId="{317D5666-B79C-4330-BDD9-DDA05118091C}"/>
          </ac:picMkLst>
        </pc:picChg>
      </pc:sldChg>
      <pc:sldChg chg="addSp delSp modSp add mod modTransition">
        <pc:chgData name="Lim Kelvin" userId="624f6ae12bb7b72b" providerId="LiveId" clId="{F1251028-0FAA-4340-88A2-7AF13CC6F143}" dt="2025-12-15T09:05:30.639" v="11986"/>
        <pc:sldMkLst>
          <pc:docMk/>
          <pc:sldMk cId="979698497" sldId="271"/>
        </pc:sldMkLst>
        <pc:spChg chg="add mod">
          <ac:chgData name="Lim Kelvin" userId="624f6ae12bb7b72b" providerId="LiveId" clId="{F1251028-0FAA-4340-88A2-7AF13CC6F143}" dt="2025-12-14T16:07:42.704" v="4320" actId="1076"/>
          <ac:spMkLst>
            <pc:docMk/>
            <pc:sldMk cId="979698497" sldId="271"/>
            <ac:spMk id="3" creationId="{F7E51A51-B4BA-4D7A-BB30-CC47C29451F0}"/>
          </ac:spMkLst>
        </pc:spChg>
        <pc:spChg chg="add mod ord">
          <ac:chgData name="Lim Kelvin" userId="624f6ae12bb7b72b" providerId="LiveId" clId="{F1251028-0FAA-4340-88A2-7AF13CC6F143}" dt="2025-12-15T03:23:02.520" v="8187" actId="1076"/>
          <ac:spMkLst>
            <pc:docMk/>
            <pc:sldMk cId="979698497" sldId="271"/>
            <ac:spMk id="5" creationId="{92DC1A56-9CFB-4143-A5FA-5BE3C4148779}"/>
          </ac:spMkLst>
        </pc:spChg>
        <pc:spChg chg="add del mod">
          <ac:chgData name="Lim Kelvin" userId="624f6ae12bb7b72b" providerId="LiveId" clId="{F1251028-0FAA-4340-88A2-7AF13CC6F143}" dt="2025-12-15T07:56:58.278" v="11041"/>
          <ac:spMkLst>
            <pc:docMk/>
            <pc:sldMk cId="979698497" sldId="271"/>
            <ac:spMk id="8" creationId="{0E87FDAD-660D-47AB-A8FE-1062CEA300BD}"/>
          </ac:spMkLst>
        </pc:spChg>
        <pc:spChg chg="add del mod">
          <ac:chgData name="Lim Kelvin" userId="624f6ae12bb7b72b" providerId="LiveId" clId="{F1251028-0FAA-4340-88A2-7AF13CC6F143}" dt="2025-12-14T16:21:13.028" v="4679" actId="21"/>
          <ac:spMkLst>
            <pc:docMk/>
            <pc:sldMk cId="979698497" sldId="271"/>
            <ac:spMk id="8" creationId="{298381E5-FE31-4EDE-8A3A-D0987CDFA906}"/>
          </ac:spMkLst>
        </pc:spChg>
        <pc:picChg chg="del">
          <ac:chgData name="Lim Kelvin" userId="624f6ae12bb7b72b" providerId="LiveId" clId="{F1251028-0FAA-4340-88A2-7AF13CC6F143}" dt="2025-12-14T16:07:31.436" v="4303" actId="478"/>
          <ac:picMkLst>
            <pc:docMk/>
            <pc:sldMk cId="979698497" sldId="271"/>
            <ac:picMk id="4" creationId="{317D5666-B79C-4330-BDD9-DDA05118091C}"/>
          </ac:picMkLst>
        </pc:picChg>
        <pc:cxnChg chg="add del mod">
          <ac:chgData name="Lim Kelvin" userId="624f6ae12bb7b72b" providerId="LiveId" clId="{F1251028-0FAA-4340-88A2-7AF13CC6F143}" dt="2025-12-14T16:18:12.194" v="4646"/>
          <ac:cxnSpMkLst>
            <pc:docMk/>
            <pc:sldMk cId="979698497" sldId="271"/>
            <ac:cxnSpMk id="5" creationId="{2161CACF-8DA5-446C-989E-3AFACED6F838}"/>
          </ac:cxnSpMkLst>
        </pc:cxnChg>
        <pc:cxnChg chg="add mod">
          <ac:chgData name="Lim Kelvin" userId="624f6ae12bb7b72b" providerId="LiveId" clId="{F1251028-0FAA-4340-88A2-7AF13CC6F143}" dt="2025-12-14T16:18:39.346" v="4655" actId="14100"/>
          <ac:cxnSpMkLst>
            <pc:docMk/>
            <pc:sldMk cId="979698497" sldId="271"/>
            <ac:cxnSpMk id="6" creationId="{C7221B7C-52D1-4BF4-B9D3-9B20CF7272DB}"/>
          </ac:cxnSpMkLst>
        </pc:cxnChg>
        <pc:cxnChg chg="add mod">
          <ac:chgData name="Lim Kelvin" userId="624f6ae12bb7b72b" providerId="LiveId" clId="{F1251028-0FAA-4340-88A2-7AF13CC6F143}" dt="2025-12-14T16:18:36.892" v="4654" actId="1076"/>
          <ac:cxnSpMkLst>
            <pc:docMk/>
            <pc:sldMk cId="979698497" sldId="271"/>
            <ac:cxnSpMk id="7" creationId="{1BDC9F79-E9EF-4E14-B1ED-31F321059B63}"/>
          </ac:cxnSpMkLst>
        </pc:cxnChg>
      </pc:sldChg>
      <pc:sldChg chg="addSp delSp modSp add mod modTransition">
        <pc:chgData name="Lim Kelvin" userId="624f6ae12bb7b72b" providerId="LiveId" clId="{F1251028-0FAA-4340-88A2-7AF13CC6F143}" dt="2025-12-15T09:03:12.297" v="11870"/>
        <pc:sldMkLst>
          <pc:docMk/>
          <pc:sldMk cId="2835234636" sldId="272"/>
        </pc:sldMkLst>
        <pc:spChg chg="mod">
          <ac:chgData name="Lim Kelvin" userId="624f6ae12bb7b72b" providerId="LiveId" clId="{F1251028-0FAA-4340-88A2-7AF13CC6F143}" dt="2025-12-14T17:46:26.975" v="5756" actId="20577"/>
          <ac:spMkLst>
            <pc:docMk/>
            <pc:sldMk cId="2835234636" sldId="272"/>
            <ac:spMk id="3" creationId="{F7E51A51-B4BA-4D7A-BB30-CC47C29451F0}"/>
          </ac:spMkLst>
        </pc:spChg>
        <pc:spChg chg="add mod">
          <ac:chgData name="Lim Kelvin" userId="624f6ae12bb7b72b" providerId="LiveId" clId="{F1251028-0FAA-4340-88A2-7AF13CC6F143}" dt="2025-12-14T17:22:37.586" v="5343" actId="14100"/>
          <ac:spMkLst>
            <pc:docMk/>
            <pc:sldMk cId="2835234636" sldId="272"/>
            <ac:spMk id="8" creationId="{DCF0DE90-E2E2-417D-95FB-7F5B24BD7277}"/>
          </ac:spMkLst>
        </pc:spChg>
        <pc:spChg chg="add del mod">
          <ac:chgData name="Lim Kelvin" userId="624f6ae12bb7b72b" providerId="LiveId" clId="{F1251028-0FAA-4340-88A2-7AF13CC6F143}" dt="2025-12-14T16:21:04.342" v="4674" actId="478"/>
          <ac:spMkLst>
            <pc:docMk/>
            <pc:sldMk cId="2835234636" sldId="272"/>
            <ac:spMk id="9" creationId="{7DAA3D61-9E55-4FD0-8818-B85F7DCFE52F}"/>
          </ac:spMkLst>
        </pc:spChg>
        <pc:spChg chg="add del mod">
          <ac:chgData name="Lim Kelvin" userId="624f6ae12bb7b72b" providerId="LiveId" clId="{F1251028-0FAA-4340-88A2-7AF13CC6F143}" dt="2025-12-14T17:55:53.152" v="5917" actId="20577"/>
          <ac:spMkLst>
            <pc:docMk/>
            <pc:sldMk cId="2835234636" sldId="272"/>
            <ac:spMk id="10" creationId="{536166A1-1BD0-4E0B-A8F0-4866AAE91177}"/>
          </ac:spMkLst>
        </pc:spChg>
        <pc:spChg chg="add mod">
          <ac:chgData name="Lim Kelvin" userId="624f6ae12bb7b72b" providerId="LiveId" clId="{F1251028-0FAA-4340-88A2-7AF13CC6F143}" dt="2025-12-14T17:39:59.228" v="5641" actId="1076"/>
          <ac:spMkLst>
            <pc:docMk/>
            <pc:sldMk cId="2835234636" sldId="272"/>
            <ac:spMk id="15" creationId="{139D08DE-A1A7-4B32-9787-20BFF25C3A67}"/>
          </ac:spMkLst>
        </pc:spChg>
        <pc:spChg chg="add mod">
          <ac:chgData name="Lim Kelvin" userId="624f6ae12bb7b72b" providerId="LiveId" clId="{F1251028-0FAA-4340-88A2-7AF13CC6F143}" dt="2025-12-14T17:05:29.108" v="5007" actId="113"/>
          <ac:spMkLst>
            <pc:docMk/>
            <pc:sldMk cId="2835234636" sldId="272"/>
            <ac:spMk id="16" creationId="{47060DF4-79B0-48CF-A916-FF7BC3DEED04}"/>
          </ac:spMkLst>
        </pc:spChg>
        <pc:spChg chg="add del mod">
          <ac:chgData name="Lim Kelvin" userId="624f6ae12bb7b72b" providerId="LiveId" clId="{F1251028-0FAA-4340-88A2-7AF13CC6F143}" dt="2025-12-14T16:42:26.504" v="4864" actId="478"/>
          <ac:spMkLst>
            <pc:docMk/>
            <pc:sldMk cId="2835234636" sldId="272"/>
            <ac:spMk id="17" creationId="{A44D63DE-139C-41CF-B83C-A385F9BF93B3}"/>
          </ac:spMkLst>
        </pc:spChg>
        <pc:spChg chg="add del mod">
          <ac:chgData name="Lim Kelvin" userId="624f6ae12bb7b72b" providerId="LiveId" clId="{F1251028-0FAA-4340-88A2-7AF13CC6F143}" dt="2025-12-14T16:45:17.462" v="4901" actId="478"/>
          <ac:spMkLst>
            <pc:docMk/>
            <pc:sldMk cId="2835234636" sldId="272"/>
            <ac:spMk id="18" creationId="{51E48658-7F26-431F-A320-5914CCE06A8A}"/>
          </ac:spMkLst>
        </pc:spChg>
        <pc:spChg chg="add del mod">
          <ac:chgData name="Lim Kelvin" userId="624f6ae12bb7b72b" providerId="LiveId" clId="{F1251028-0FAA-4340-88A2-7AF13CC6F143}" dt="2025-12-14T16:26:34.708" v="4769" actId="478"/>
          <ac:spMkLst>
            <pc:docMk/>
            <pc:sldMk cId="2835234636" sldId="272"/>
            <ac:spMk id="19" creationId="{187AA648-1A30-4DC0-BECF-CC663CE775D0}"/>
          </ac:spMkLst>
        </pc:spChg>
        <pc:spChg chg="add mod">
          <ac:chgData name="Lim Kelvin" userId="624f6ae12bb7b72b" providerId="LiveId" clId="{F1251028-0FAA-4340-88A2-7AF13CC6F143}" dt="2025-12-14T17:03:24.782" v="4987" actId="1076"/>
          <ac:spMkLst>
            <pc:docMk/>
            <pc:sldMk cId="2835234636" sldId="272"/>
            <ac:spMk id="20" creationId="{22D1BC6F-957D-4A1C-96F0-F3A89643A766}"/>
          </ac:spMkLst>
        </pc:spChg>
        <pc:spChg chg="add del mod">
          <ac:chgData name="Lim Kelvin" userId="624f6ae12bb7b72b" providerId="LiveId" clId="{F1251028-0FAA-4340-88A2-7AF13CC6F143}" dt="2025-12-14T16:42:11.733" v="4859" actId="478"/>
          <ac:spMkLst>
            <pc:docMk/>
            <pc:sldMk cId="2835234636" sldId="272"/>
            <ac:spMk id="21" creationId="{CDE5426C-4806-4FE4-BA0C-0D8DF36F683C}"/>
          </ac:spMkLst>
        </pc:spChg>
        <pc:spChg chg="add del mod">
          <ac:chgData name="Lim Kelvin" userId="624f6ae12bb7b72b" providerId="LiveId" clId="{F1251028-0FAA-4340-88A2-7AF13CC6F143}" dt="2025-12-14T16:52:16.231" v="4932" actId="478"/>
          <ac:spMkLst>
            <pc:docMk/>
            <pc:sldMk cId="2835234636" sldId="272"/>
            <ac:spMk id="22" creationId="{4E12D3A9-B3DB-4328-BE2A-DA5C0773E22C}"/>
          </ac:spMkLst>
        </pc:spChg>
        <pc:spChg chg="add mod ord">
          <ac:chgData name="Lim Kelvin" userId="624f6ae12bb7b72b" providerId="LiveId" clId="{F1251028-0FAA-4340-88A2-7AF13CC6F143}" dt="2025-12-14T17:32:38.950" v="5424" actId="1076"/>
          <ac:spMkLst>
            <pc:docMk/>
            <pc:sldMk cId="2835234636" sldId="272"/>
            <ac:spMk id="23" creationId="{E71A1904-EAD6-496A-83D9-B23AD7B7982F}"/>
          </ac:spMkLst>
        </pc:spChg>
        <pc:spChg chg="add mod">
          <ac:chgData name="Lim Kelvin" userId="624f6ae12bb7b72b" providerId="LiveId" clId="{F1251028-0FAA-4340-88A2-7AF13CC6F143}" dt="2025-12-14T17:05:36.311" v="5008" actId="113"/>
          <ac:spMkLst>
            <pc:docMk/>
            <pc:sldMk cId="2835234636" sldId="272"/>
            <ac:spMk id="24" creationId="{4BF50F0C-FDAD-45EC-B2B1-9F083D823100}"/>
          </ac:spMkLst>
        </pc:spChg>
        <pc:spChg chg="add mod">
          <ac:chgData name="Lim Kelvin" userId="624f6ae12bb7b72b" providerId="LiveId" clId="{F1251028-0FAA-4340-88A2-7AF13CC6F143}" dt="2025-12-14T17:03:24.782" v="4987" actId="1076"/>
          <ac:spMkLst>
            <pc:docMk/>
            <pc:sldMk cId="2835234636" sldId="272"/>
            <ac:spMk id="25" creationId="{DB477390-0C18-44AA-9A65-2285F182B36E}"/>
          </ac:spMkLst>
        </pc:spChg>
        <pc:spChg chg="add mod ord">
          <ac:chgData name="Lim Kelvin" userId="624f6ae12bb7b72b" providerId="LiveId" clId="{F1251028-0FAA-4340-88A2-7AF13CC6F143}" dt="2025-12-14T17:39:53.015" v="5638" actId="1076"/>
          <ac:spMkLst>
            <pc:docMk/>
            <pc:sldMk cId="2835234636" sldId="272"/>
            <ac:spMk id="26" creationId="{B65570F7-8758-4C5D-9376-383EA9A301E4}"/>
          </ac:spMkLst>
        </pc:spChg>
        <pc:spChg chg="add mod">
          <ac:chgData name="Lim Kelvin" userId="624f6ae12bb7b72b" providerId="LiveId" clId="{F1251028-0FAA-4340-88A2-7AF13CC6F143}" dt="2025-12-14T17:05:43.626" v="5009" actId="113"/>
          <ac:spMkLst>
            <pc:docMk/>
            <pc:sldMk cId="2835234636" sldId="272"/>
            <ac:spMk id="27" creationId="{9B7CA938-D194-4CBB-867C-D96DD3CFA8BD}"/>
          </ac:spMkLst>
        </pc:spChg>
        <pc:spChg chg="add mod ord">
          <ac:chgData name="Lim Kelvin" userId="624f6ae12bb7b72b" providerId="LiveId" clId="{F1251028-0FAA-4340-88A2-7AF13CC6F143}" dt="2025-12-14T17:31:15.527" v="5420" actId="1076"/>
          <ac:spMkLst>
            <pc:docMk/>
            <pc:sldMk cId="2835234636" sldId="272"/>
            <ac:spMk id="28" creationId="{00142720-697B-47F2-BB6F-3704FC28F06A}"/>
          </ac:spMkLst>
        </pc:spChg>
        <pc:spChg chg="add mod ord">
          <ac:chgData name="Lim Kelvin" userId="624f6ae12bb7b72b" providerId="LiveId" clId="{F1251028-0FAA-4340-88A2-7AF13CC6F143}" dt="2025-12-14T17:33:05.984" v="5427" actId="1076"/>
          <ac:spMkLst>
            <pc:docMk/>
            <pc:sldMk cId="2835234636" sldId="272"/>
            <ac:spMk id="29" creationId="{86655C0F-1360-4AE8-936E-4EFE0CA403C5}"/>
          </ac:spMkLst>
        </pc:spChg>
        <pc:spChg chg="add mod">
          <ac:chgData name="Lim Kelvin" userId="624f6ae12bb7b72b" providerId="LiveId" clId="{F1251028-0FAA-4340-88A2-7AF13CC6F143}" dt="2025-12-14T17:03:24.782" v="4987" actId="1076"/>
          <ac:spMkLst>
            <pc:docMk/>
            <pc:sldMk cId="2835234636" sldId="272"/>
            <ac:spMk id="30" creationId="{583C7106-F499-41F5-A10B-8A42D8978EE6}"/>
          </ac:spMkLst>
        </pc:spChg>
        <pc:spChg chg="add mod">
          <ac:chgData name="Lim Kelvin" userId="624f6ae12bb7b72b" providerId="LiveId" clId="{F1251028-0FAA-4340-88A2-7AF13CC6F143}" dt="2025-12-14T16:52:29.666" v="4933" actId="1076"/>
          <ac:spMkLst>
            <pc:docMk/>
            <pc:sldMk cId="2835234636" sldId="272"/>
            <ac:spMk id="31" creationId="{06AF9E96-B9D4-4803-B5F0-CD92EB49B902}"/>
          </ac:spMkLst>
        </pc:spChg>
        <pc:spChg chg="add mod">
          <ac:chgData name="Lim Kelvin" userId="624f6ae12bb7b72b" providerId="LiveId" clId="{F1251028-0FAA-4340-88A2-7AF13CC6F143}" dt="2025-12-14T17:04:38.488" v="4995" actId="1076"/>
          <ac:spMkLst>
            <pc:docMk/>
            <pc:sldMk cId="2835234636" sldId="272"/>
            <ac:spMk id="39" creationId="{C488BD8D-54FA-4314-8F5E-A275995BC469}"/>
          </ac:spMkLst>
        </pc:spChg>
        <pc:spChg chg="add mod ord">
          <ac:chgData name="Lim Kelvin" userId="624f6ae12bb7b72b" providerId="LiveId" clId="{F1251028-0FAA-4340-88A2-7AF13CC6F143}" dt="2025-12-14T17:30:09.291" v="5416" actId="1076"/>
          <ac:spMkLst>
            <pc:docMk/>
            <pc:sldMk cId="2835234636" sldId="272"/>
            <ac:spMk id="40" creationId="{78701637-8657-4770-844A-CCF1BEF14E4F}"/>
          </ac:spMkLst>
        </pc:spChg>
        <pc:spChg chg="add mod">
          <ac:chgData name="Lim Kelvin" userId="624f6ae12bb7b72b" providerId="LiveId" clId="{F1251028-0FAA-4340-88A2-7AF13CC6F143}" dt="2025-12-14T17:05:51.513" v="5015" actId="20577"/>
          <ac:spMkLst>
            <pc:docMk/>
            <pc:sldMk cId="2835234636" sldId="272"/>
            <ac:spMk id="41" creationId="{9A943E66-356B-4F03-BBAC-99608EC00BD2}"/>
          </ac:spMkLst>
        </pc:spChg>
        <pc:spChg chg="add mod">
          <ac:chgData name="Lim Kelvin" userId="624f6ae12bb7b72b" providerId="LiveId" clId="{F1251028-0FAA-4340-88A2-7AF13CC6F143}" dt="2025-12-14T17:04:38.488" v="4995" actId="1076"/>
          <ac:spMkLst>
            <pc:docMk/>
            <pc:sldMk cId="2835234636" sldId="272"/>
            <ac:spMk id="43" creationId="{BF4E41FA-E469-4DD6-A96D-135ABCD1F9B1}"/>
          </ac:spMkLst>
        </pc:spChg>
        <pc:spChg chg="add mod ord">
          <ac:chgData name="Lim Kelvin" userId="624f6ae12bb7b72b" providerId="LiveId" clId="{F1251028-0FAA-4340-88A2-7AF13CC6F143}" dt="2025-12-14T17:43:11.352" v="5702" actId="1076"/>
          <ac:spMkLst>
            <pc:docMk/>
            <pc:sldMk cId="2835234636" sldId="272"/>
            <ac:spMk id="44" creationId="{0AB781D4-C59E-4D64-9CFD-ED4FFAAF97FE}"/>
          </ac:spMkLst>
        </pc:spChg>
        <pc:spChg chg="add mod">
          <ac:chgData name="Lim Kelvin" userId="624f6ae12bb7b72b" providerId="LiveId" clId="{F1251028-0FAA-4340-88A2-7AF13CC6F143}" dt="2025-12-14T17:04:38.488" v="4995" actId="1076"/>
          <ac:spMkLst>
            <pc:docMk/>
            <pc:sldMk cId="2835234636" sldId="272"/>
            <ac:spMk id="45" creationId="{913476BB-E259-41FA-A251-D85717ADB947}"/>
          </ac:spMkLst>
        </pc:spChg>
        <pc:spChg chg="add mod">
          <ac:chgData name="Lim Kelvin" userId="624f6ae12bb7b72b" providerId="LiveId" clId="{F1251028-0FAA-4340-88A2-7AF13CC6F143}" dt="2025-12-14T17:09:10.263" v="5077" actId="1076"/>
          <ac:spMkLst>
            <pc:docMk/>
            <pc:sldMk cId="2835234636" sldId="272"/>
            <ac:spMk id="47" creationId="{EBBD889B-7AF6-4BD3-A958-988F737FCE90}"/>
          </ac:spMkLst>
        </pc:spChg>
        <pc:spChg chg="add mod ord">
          <ac:chgData name="Lim Kelvin" userId="624f6ae12bb7b72b" providerId="LiveId" clId="{F1251028-0FAA-4340-88A2-7AF13CC6F143}" dt="2025-12-14T17:29:48.123" v="5413" actId="1076"/>
          <ac:spMkLst>
            <pc:docMk/>
            <pc:sldMk cId="2835234636" sldId="272"/>
            <ac:spMk id="48" creationId="{385A70C8-D44F-4F96-B5C1-26536AD36697}"/>
          </ac:spMkLst>
        </pc:spChg>
        <pc:spChg chg="add mod">
          <ac:chgData name="Lim Kelvin" userId="624f6ae12bb7b72b" providerId="LiveId" clId="{F1251028-0FAA-4340-88A2-7AF13CC6F143}" dt="2025-12-14T17:05:54.670" v="5017" actId="20577"/>
          <ac:spMkLst>
            <pc:docMk/>
            <pc:sldMk cId="2835234636" sldId="272"/>
            <ac:spMk id="49" creationId="{3D23A588-FE7B-4154-AAB5-05FEBE051310}"/>
          </ac:spMkLst>
        </pc:spChg>
        <pc:spChg chg="add mod">
          <ac:chgData name="Lim Kelvin" userId="624f6ae12bb7b72b" providerId="LiveId" clId="{F1251028-0FAA-4340-88A2-7AF13CC6F143}" dt="2025-12-14T17:08:31.544" v="5070" actId="1076"/>
          <ac:spMkLst>
            <pc:docMk/>
            <pc:sldMk cId="2835234636" sldId="272"/>
            <ac:spMk id="53" creationId="{085280C5-3946-4371-ABF3-42E1565C577A}"/>
          </ac:spMkLst>
        </pc:spChg>
        <pc:spChg chg="add mod">
          <ac:chgData name="Lim Kelvin" userId="624f6ae12bb7b72b" providerId="LiveId" clId="{F1251028-0FAA-4340-88A2-7AF13CC6F143}" dt="2025-12-14T17:08:35.186" v="5071" actId="1076"/>
          <ac:spMkLst>
            <pc:docMk/>
            <pc:sldMk cId="2835234636" sldId="272"/>
            <ac:spMk id="54" creationId="{74CE2C81-4C92-4519-A995-1E4801DFFB4F}"/>
          </ac:spMkLst>
        </pc:spChg>
        <pc:spChg chg="add mod">
          <ac:chgData name="Lim Kelvin" userId="624f6ae12bb7b72b" providerId="LiveId" clId="{F1251028-0FAA-4340-88A2-7AF13CC6F143}" dt="2025-12-14T17:09:18.464" v="5078" actId="20577"/>
          <ac:spMkLst>
            <pc:docMk/>
            <pc:sldMk cId="2835234636" sldId="272"/>
            <ac:spMk id="55" creationId="{79834ABE-DFA5-40BA-97F1-476CCF20B6C2}"/>
          </ac:spMkLst>
        </pc:spChg>
        <pc:spChg chg="add mod">
          <ac:chgData name="Lim Kelvin" userId="624f6ae12bb7b72b" providerId="LiveId" clId="{F1251028-0FAA-4340-88A2-7AF13CC6F143}" dt="2025-12-14T17:10:31.251" v="5100" actId="20577"/>
          <ac:spMkLst>
            <pc:docMk/>
            <pc:sldMk cId="2835234636" sldId="272"/>
            <ac:spMk id="56" creationId="{17583CEE-43EF-44E8-B0C5-DEEE0E112460}"/>
          </ac:spMkLst>
        </pc:spChg>
        <pc:spChg chg="add mod">
          <ac:chgData name="Lim Kelvin" userId="624f6ae12bb7b72b" providerId="LiveId" clId="{F1251028-0FAA-4340-88A2-7AF13CC6F143}" dt="2025-12-14T17:10:49.448" v="5115" actId="20577"/>
          <ac:spMkLst>
            <pc:docMk/>
            <pc:sldMk cId="2835234636" sldId="272"/>
            <ac:spMk id="57" creationId="{2B1BE095-7A92-4EB7-857E-CD8999807108}"/>
          </ac:spMkLst>
        </pc:spChg>
        <pc:spChg chg="add mod">
          <ac:chgData name="Lim Kelvin" userId="624f6ae12bb7b72b" providerId="LiveId" clId="{F1251028-0FAA-4340-88A2-7AF13CC6F143}" dt="2025-12-14T17:10:55.749" v="5128" actId="20577"/>
          <ac:spMkLst>
            <pc:docMk/>
            <pc:sldMk cId="2835234636" sldId="272"/>
            <ac:spMk id="58" creationId="{4B57CB7A-5A18-43D2-B18D-C6087D3C6427}"/>
          </ac:spMkLst>
        </pc:spChg>
        <pc:spChg chg="add mod">
          <ac:chgData name="Lim Kelvin" userId="624f6ae12bb7b72b" providerId="LiveId" clId="{F1251028-0FAA-4340-88A2-7AF13CC6F143}" dt="2025-12-14T17:11:09.809" v="5130" actId="1076"/>
          <ac:spMkLst>
            <pc:docMk/>
            <pc:sldMk cId="2835234636" sldId="272"/>
            <ac:spMk id="59" creationId="{0ED0ACA4-A7B8-4E2B-AAAE-DD80A02068B6}"/>
          </ac:spMkLst>
        </pc:spChg>
        <pc:spChg chg="add mod">
          <ac:chgData name="Lim Kelvin" userId="624f6ae12bb7b72b" providerId="LiveId" clId="{F1251028-0FAA-4340-88A2-7AF13CC6F143}" dt="2025-12-14T17:18:10.330" v="5211" actId="20577"/>
          <ac:spMkLst>
            <pc:docMk/>
            <pc:sldMk cId="2835234636" sldId="272"/>
            <ac:spMk id="60" creationId="{7EEDB521-36C5-4580-B88F-78C1596EF66B}"/>
          </ac:spMkLst>
        </pc:spChg>
        <pc:spChg chg="add mod ord">
          <ac:chgData name="Lim Kelvin" userId="624f6ae12bb7b72b" providerId="LiveId" clId="{F1251028-0FAA-4340-88A2-7AF13CC6F143}" dt="2025-12-14T17:33:42.477" v="5432" actId="1076"/>
          <ac:spMkLst>
            <pc:docMk/>
            <pc:sldMk cId="2835234636" sldId="272"/>
            <ac:spMk id="61" creationId="{ADC8F4CA-A0CC-486C-8739-346FFE4CFB03}"/>
          </ac:spMkLst>
        </pc:spChg>
        <pc:spChg chg="add mod">
          <ac:chgData name="Lim Kelvin" userId="624f6ae12bb7b72b" providerId="LiveId" clId="{F1251028-0FAA-4340-88A2-7AF13CC6F143}" dt="2025-12-14T17:13:58.529" v="5161" actId="20577"/>
          <ac:spMkLst>
            <pc:docMk/>
            <pc:sldMk cId="2835234636" sldId="272"/>
            <ac:spMk id="62" creationId="{E8D41526-D023-405C-9776-1424F9056F26}"/>
          </ac:spMkLst>
        </pc:spChg>
        <pc:spChg chg="add mod">
          <ac:chgData name="Lim Kelvin" userId="624f6ae12bb7b72b" providerId="LiveId" clId="{F1251028-0FAA-4340-88A2-7AF13CC6F143}" dt="2025-12-14T17:13:50.990" v="5159" actId="20577"/>
          <ac:spMkLst>
            <pc:docMk/>
            <pc:sldMk cId="2835234636" sldId="272"/>
            <ac:spMk id="63" creationId="{CC122B85-4D3D-435A-B040-CF3DA2B5A7D4}"/>
          </ac:spMkLst>
        </pc:spChg>
        <pc:spChg chg="add mod">
          <ac:chgData name="Lim Kelvin" userId="624f6ae12bb7b72b" providerId="LiveId" clId="{F1251028-0FAA-4340-88A2-7AF13CC6F143}" dt="2025-12-14T17:19:36.867" v="5294" actId="1076"/>
          <ac:spMkLst>
            <pc:docMk/>
            <pc:sldMk cId="2835234636" sldId="272"/>
            <ac:spMk id="66" creationId="{6CE98C47-BFCB-4FAA-9E82-E864346245B0}"/>
          </ac:spMkLst>
        </pc:spChg>
        <pc:spChg chg="add mod">
          <ac:chgData name="Lim Kelvin" userId="624f6ae12bb7b72b" providerId="LiveId" clId="{F1251028-0FAA-4340-88A2-7AF13CC6F143}" dt="2025-12-14T17:22:45.809" v="5345" actId="1076"/>
          <ac:spMkLst>
            <pc:docMk/>
            <pc:sldMk cId="2835234636" sldId="272"/>
            <ac:spMk id="67" creationId="{5D92F12C-5C65-4995-823D-FEBC963E93F1}"/>
          </ac:spMkLst>
        </pc:spChg>
        <pc:spChg chg="add mod">
          <ac:chgData name="Lim Kelvin" userId="624f6ae12bb7b72b" providerId="LiveId" clId="{F1251028-0FAA-4340-88A2-7AF13CC6F143}" dt="2025-12-14T17:22:13.314" v="5342" actId="1076"/>
          <ac:spMkLst>
            <pc:docMk/>
            <pc:sldMk cId="2835234636" sldId="272"/>
            <ac:spMk id="68" creationId="{50ACBE2A-B87D-40C2-9FC6-3763F4F3A6E3}"/>
          </ac:spMkLst>
        </pc:spChg>
        <pc:spChg chg="add mod">
          <ac:chgData name="Lim Kelvin" userId="624f6ae12bb7b72b" providerId="LiveId" clId="{F1251028-0FAA-4340-88A2-7AF13CC6F143}" dt="2025-12-14T17:22:57.278" v="5346" actId="1076"/>
          <ac:spMkLst>
            <pc:docMk/>
            <pc:sldMk cId="2835234636" sldId="272"/>
            <ac:spMk id="69" creationId="{1080F7DF-F017-4A4B-AF82-1EF5756E3DD3}"/>
          </ac:spMkLst>
        </pc:spChg>
        <pc:spChg chg="add mod">
          <ac:chgData name="Lim Kelvin" userId="624f6ae12bb7b72b" providerId="LiveId" clId="{F1251028-0FAA-4340-88A2-7AF13CC6F143}" dt="2025-12-14T17:23:08.569" v="5349" actId="20577"/>
          <ac:spMkLst>
            <pc:docMk/>
            <pc:sldMk cId="2835234636" sldId="272"/>
            <ac:spMk id="70" creationId="{8421B772-B752-48C0-9F7D-DB04B1A416E7}"/>
          </ac:spMkLst>
        </pc:spChg>
        <pc:spChg chg="add mod">
          <ac:chgData name="Lim Kelvin" userId="624f6ae12bb7b72b" providerId="LiveId" clId="{F1251028-0FAA-4340-88A2-7AF13CC6F143}" dt="2025-12-14T17:38:54.536" v="5623" actId="207"/>
          <ac:spMkLst>
            <pc:docMk/>
            <pc:sldMk cId="2835234636" sldId="272"/>
            <ac:spMk id="71" creationId="{32026C85-9D4A-4EDF-ADC0-812502B65EC9}"/>
          </ac:spMkLst>
        </pc:spChg>
        <pc:spChg chg="add mod ord">
          <ac:chgData name="Lim Kelvin" userId="624f6ae12bb7b72b" providerId="LiveId" clId="{F1251028-0FAA-4340-88A2-7AF13CC6F143}" dt="2025-12-14T17:38:54.536" v="5623" actId="207"/>
          <ac:spMkLst>
            <pc:docMk/>
            <pc:sldMk cId="2835234636" sldId="272"/>
            <ac:spMk id="72" creationId="{BA48DE01-B20B-491C-8F44-A8E0C38902E2}"/>
          </ac:spMkLst>
        </pc:spChg>
        <pc:spChg chg="add mod">
          <ac:chgData name="Lim Kelvin" userId="624f6ae12bb7b72b" providerId="LiveId" clId="{F1251028-0FAA-4340-88A2-7AF13CC6F143}" dt="2025-12-14T17:38:54.536" v="5623" actId="207"/>
          <ac:spMkLst>
            <pc:docMk/>
            <pc:sldMk cId="2835234636" sldId="272"/>
            <ac:spMk id="73" creationId="{6D878FC2-9AD4-438E-84B6-A8B939E6321A}"/>
          </ac:spMkLst>
        </pc:spChg>
        <pc:spChg chg="add mod">
          <ac:chgData name="Lim Kelvin" userId="624f6ae12bb7b72b" providerId="LiveId" clId="{F1251028-0FAA-4340-88A2-7AF13CC6F143}" dt="2025-12-14T17:38:54.536" v="5623" actId="207"/>
          <ac:spMkLst>
            <pc:docMk/>
            <pc:sldMk cId="2835234636" sldId="272"/>
            <ac:spMk id="74" creationId="{F01E6B7D-D63E-4562-B237-C7E575458B7B}"/>
          </ac:spMkLst>
        </pc:spChg>
        <pc:spChg chg="add mod">
          <ac:chgData name="Lim Kelvin" userId="624f6ae12bb7b72b" providerId="LiveId" clId="{F1251028-0FAA-4340-88A2-7AF13CC6F143}" dt="2025-12-14T17:38:54.536" v="5623" actId="207"/>
          <ac:spMkLst>
            <pc:docMk/>
            <pc:sldMk cId="2835234636" sldId="272"/>
            <ac:spMk id="75" creationId="{9E5A7442-E619-4F3B-B8C0-C064B719EC7A}"/>
          </ac:spMkLst>
        </pc:spChg>
        <pc:spChg chg="add del mod">
          <ac:chgData name="Lim Kelvin" userId="624f6ae12bb7b72b" providerId="LiveId" clId="{F1251028-0FAA-4340-88A2-7AF13CC6F143}" dt="2025-12-14T17:28:23.311" v="5398"/>
          <ac:spMkLst>
            <pc:docMk/>
            <pc:sldMk cId="2835234636" sldId="272"/>
            <ac:spMk id="76" creationId="{8D36A23D-2D1E-4C13-B67A-0A5E8F2C9B93}"/>
          </ac:spMkLst>
        </pc:spChg>
        <pc:spChg chg="add mod">
          <ac:chgData name="Lim Kelvin" userId="624f6ae12bb7b72b" providerId="LiveId" clId="{F1251028-0FAA-4340-88A2-7AF13CC6F143}" dt="2025-12-14T17:38:54.536" v="5623" actId="207"/>
          <ac:spMkLst>
            <pc:docMk/>
            <pc:sldMk cId="2835234636" sldId="272"/>
            <ac:spMk id="77" creationId="{8EE2C2F3-F202-4DDD-BAC5-06114FD11145}"/>
          </ac:spMkLst>
        </pc:spChg>
        <pc:spChg chg="add mod">
          <ac:chgData name="Lim Kelvin" userId="624f6ae12bb7b72b" providerId="LiveId" clId="{F1251028-0FAA-4340-88A2-7AF13CC6F143}" dt="2025-12-14T17:38:54.536" v="5623" actId="207"/>
          <ac:spMkLst>
            <pc:docMk/>
            <pc:sldMk cId="2835234636" sldId="272"/>
            <ac:spMk id="78" creationId="{9F372F88-0947-4190-8C56-AC0D02ED373B}"/>
          </ac:spMkLst>
        </pc:spChg>
        <pc:spChg chg="add mod">
          <ac:chgData name="Lim Kelvin" userId="624f6ae12bb7b72b" providerId="LiveId" clId="{F1251028-0FAA-4340-88A2-7AF13CC6F143}" dt="2025-12-14T17:38:54.536" v="5623" actId="207"/>
          <ac:spMkLst>
            <pc:docMk/>
            <pc:sldMk cId="2835234636" sldId="272"/>
            <ac:spMk id="79" creationId="{4929964A-4BA7-4C6D-BD84-8CDA1DDA7EE5}"/>
          </ac:spMkLst>
        </pc:spChg>
        <pc:spChg chg="add mod">
          <ac:chgData name="Lim Kelvin" userId="624f6ae12bb7b72b" providerId="LiveId" clId="{F1251028-0FAA-4340-88A2-7AF13CC6F143}" dt="2025-12-14T17:44:49.769" v="5741" actId="207"/>
          <ac:spMkLst>
            <pc:docMk/>
            <pc:sldMk cId="2835234636" sldId="272"/>
            <ac:spMk id="80" creationId="{CE30802F-E691-43A4-AF4B-20EAE5AC89CC}"/>
          </ac:spMkLst>
        </pc:spChg>
        <pc:spChg chg="add mod">
          <ac:chgData name="Lim Kelvin" userId="624f6ae12bb7b72b" providerId="LiveId" clId="{F1251028-0FAA-4340-88A2-7AF13CC6F143}" dt="2025-12-14T17:41:44.493" v="5675" actId="1076"/>
          <ac:spMkLst>
            <pc:docMk/>
            <pc:sldMk cId="2835234636" sldId="272"/>
            <ac:spMk id="81" creationId="{917B56D8-8050-4F7A-8D44-D1C401FD7F91}"/>
          </ac:spMkLst>
        </pc:spChg>
        <pc:spChg chg="add mod">
          <ac:chgData name="Lim Kelvin" userId="624f6ae12bb7b72b" providerId="LiveId" clId="{F1251028-0FAA-4340-88A2-7AF13CC6F143}" dt="2025-12-14T17:42:04.171" v="5684" actId="20577"/>
          <ac:spMkLst>
            <pc:docMk/>
            <pc:sldMk cId="2835234636" sldId="272"/>
            <ac:spMk id="82" creationId="{B4AA4DF8-85D9-46A1-958F-BFCA529722F9}"/>
          </ac:spMkLst>
        </pc:spChg>
        <pc:spChg chg="add mod">
          <ac:chgData name="Lim Kelvin" userId="624f6ae12bb7b72b" providerId="LiveId" clId="{F1251028-0FAA-4340-88A2-7AF13CC6F143}" dt="2025-12-14T17:44:44.258" v="5740" actId="207"/>
          <ac:spMkLst>
            <pc:docMk/>
            <pc:sldMk cId="2835234636" sldId="272"/>
            <ac:spMk id="83" creationId="{55E16638-AE1C-49EE-87B1-C45AD5E87461}"/>
          </ac:spMkLst>
        </pc:spChg>
        <pc:spChg chg="add mod">
          <ac:chgData name="Lim Kelvin" userId="624f6ae12bb7b72b" providerId="LiveId" clId="{F1251028-0FAA-4340-88A2-7AF13CC6F143}" dt="2025-12-14T17:44:42.469" v="5739" actId="207"/>
          <ac:spMkLst>
            <pc:docMk/>
            <pc:sldMk cId="2835234636" sldId="272"/>
            <ac:spMk id="84" creationId="{6768576F-E143-46F7-B923-38FC9CFE4B9A}"/>
          </ac:spMkLst>
        </pc:spChg>
        <pc:spChg chg="add mod">
          <ac:chgData name="Lim Kelvin" userId="624f6ae12bb7b72b" providerId="LiveId" clId="{F1251028-0FAA-4340-88A2-7AF13CC6F143}" dt="2025-12-14T17:44:40.607" v="5738" actId="207"/>
          <ac:spMkLst>
            <pc:docMk/>
            <pc:sldMk cId="2835234636" sldId="272"/>
            <ac:spMk id="85" creationId="{53B89264-48CC-469F-B9E7-EFD3DA2917DD}"/>
          </ac:spMkLst>
        </pc:spChg>
        <pc:spChg chg="add mod">
          <ac:chgData name="Lim Kelvin" userId="624f6ae12bb7b72b" providerId="LiveId" clId="{F1251028-0FAA-4340-88A2-7AF13CC6F143}" dt="2025-12-14T17:44:32.735" v="5736" actId="207"/>
          <ac:spMkLst>
            <pc:docMk/>
            <pc:sldMk cId="2835234636" sldId="272"/>
            <ac:spMk id="86" creationId="{6CCD4A2C-9C21-4E16-BF04-1028AEE19B79}"/>
          </ac:spMkLst>
        </pc:spChg>
        <pc:spChg chg="add mod">
          <ac:chgData name="Lim Kelvin" userId="624f6ae12bb7b72b" providerId="LiveId" clId="{F1251028-0FAA-4340-88A2-7AF13CC6F143}" dt="2025-12-14T17:44:20.719" v="5735" actId="207"/>
          <ac:spMkLst>
            <pc:docMk/>
            <pc:sldMk cId="2835234636" sldId="272"/>
            <ac:spMk id="87" creationId="{D521C079-6158-4311-8BC6-0A054071E7B9}"/>
          </ac:spMkLst>
        </pc:spChg>
        <pc:spChg chg="add mod">
          <ac:chgData name="Lim Kelvin" userId="624f6ae12bb7b72b" providerId="LiveId" clId="{F1251028-0FAA-4340-88A2-7AF13CC6F143}" dt="2025-12-14T17:53:50.530" v="5910" actId="20577"/>
          <ac:spMkLst>
            <pc:docMk/>
            <pc:sldMk cId="2835234636" sldId="272"/>
            <ac:spMk id="92" creationId="{67F25305-54F0-4504-8AFD-D0E65ED4EE61}"/>
          </ac:spMkLst>
        </pc:spChg>
        <pc:picChg chg="add mod">
          <ac:chgData name="Lim Kelvin" userId="624f6ae12bb7b72b" providerId="LiveId" clId="{F1251028-0FAA-4340-88A2-7AF13CC6F143}" dt="2025-12-14T17:05:00.888" v="4998" actId="1076"/>
          <ac:picMkLst>
            <pc:docMk/>
            <pc:sldMk cId="2835234636" sldId="272"/>
            <ac:picMk id="33" creationId="{04174EB1-20B5-4E50-BCBC-5B11F8742CD1}"/>
          </ac:picMkLst>
        </pc:picChg>
        <pc:picChg chg="add del mod">
          <ac:chgData name="Lim Kelvin" userId="624f6ae12bb7b72b" providerId="LiveId" clId="{F1251028-0FAA-4340-88A2-7AF13CC6F143}" dt="2025-12-14T16:53:25.880" v="4941" actId="478"/>
          <ac:picMkLst>
            <pc:docMk/>
            <pc:sldMk cId="2835234636" sldId="272"/>
            <ac:picMk id="34" creationId="{4AF8F8E0-FA83-46BA-9780-DFF715648C12}"/>
          </ac:picMkLst>
        </pc:picChg>
        <pc:picChg chg="add del mod">
          <ac:chgData name="Lim Kelvin" userId="624f6ae12bb7b72b" providerId="LiveId" clId="{F1251028-0FAA-4340-88A2-7AF13CC6F143}" dt="2025-12-14T17:05:03.796" v="5000" actId="478"/>
          <ac:picMkLst>
            <pc:docMk/>
            <pc:sldMk cId="2835234636" sldId="272"/>
            <ac:picMk id="35" creationId="{8F4C35E3-BDFE-4A73-979C-7EB06B5B1EC9}"/>
          </ac:picMkLst>
        </pc:picChg>
        <pc:picChg chg="add del mod">
          <ac:chgData name="Lim Kelvin" userId="624f6ae12bb7b72b" providerId="LiveId" clId="{F1251028-0FAA-4340-88A2-7AF13CC6F143}" dt="2025-12-14T17:05:04.019" v="5001" actId="478"/>
          <ac:picMkLst>
            <pc:docMk/>
            <pc:sldMk cId="2835234636" sldId="272"/>
            <ac:picMk id="36" creationId="{FF98EC9E-3E4A-430E-AE26-3FDB6C5C7C79}"/>
          </ac:picMkLst>
        </pc:picChg>
        <pc:picChg chg="add mod">
          <ac:chgData name="Lim Kelvin" userId="624f6ae12bb7b72b" providerId="LiveId" clId="{F1251028-0FAA-4340-88A2-7AF13CC6F143}" dt="2025-12-14T17:08:56.429" v="5075" actId="1076"/>
          <ac:picMkLst>
            <pc:docMk/>
            <pc:sldMk cId="2835234636" sldId="272"/>
            <ac:picMk id="38" creationId="{6E9F0EC2-2328-4E8D-BE35-6166A5D012EE}"/>
          </ac:picMkLst>
        </pc:picChg>
        <pc:picChg chg="add mod">
          <ac:chgData name="Lim Kelvin" userId="624f6ae12bb7b72b" providerId="LiveId" clId="{F1251028-0FAA-4340-88A2-7AF13CC6F143}" dt="2025-12-14T17:04:38.488" v="4995" actId="1076"/>
          <ac:picMkLst>
            <pc:docMk/>
            <pc:sldMk cId="2835234636" sldId="272"/>
            <ac:picMk id="42" creationId="{E2C1BFF9-4320-4B78-8A9B-6C2BA7CBD37E}"/>
          </ac:picMkLst>
        </pc:picChg>
        <pc:picChg chg="add mod">
          <ac:chgData name="Lim Kelvin" userId="624f6ae12bb7b72b" providerId="LiveId" clId="{F1251028-0FAA-4340-88A2-7AF13CC6F143}" dt="2025-12-14T17:04:38.488" v="4995" actId="1076"/>
          <ac:picMkLst>
            <pc:docMk/>
            <pc:sldMk cId="2835234636" sldId="272"/>
            <ac:picMk id="46" creationId="{911D15EB-8DD2-447A-9044-787E20F45C06}"/>
          </ac:picMkLst>
        </pc:picChg>
        <pc:picChg chg="add mod">
          <ac:chgData name="Lim Kelvin" userId="624f6ae12bb7b72b" providerId="LiveId" clId="{F1251028-0FAA-4340-88A2-7AF13CC6F143}" dt="2025-12-14T17:08:54.517" v="5074" actId="1076"/>
          <ac:picMkLst>
            <pc:docMk/>
            <pc:sldMk cId="2835234636" sldId="272"/>
            <ac:picMk id="50" creationId="{B3C0300B-2B13-42BB-A662-8513FA5FAFDE}"/>
          </ac:picMkLst>
        </pc:picChg>
        <pc:picChg chg="add mod">
          <ac:chgData name="Lim Kelvin" userId="624f6ae12bb7b72b" providerId="LiveId" clId="{F1251028-0FAA-4340-88A2-7AF13CC6F143}" dt="2025-12-14T17:05:11.886" v="5005" actId="1076"/>
          <ac:picMkLst>
            <pc:docMk/>
            <pc:sldMk cId="2835234636" sldId="272"/>
            <ac:picMk id="51" creationId="{EFA66498-A4C5-45BB-9333-B13DE3017A6A}"/>
          </ac:picMkLst>
        </pc:picChg>
        <pc:picChg chg="add mod">
          <ac:chgData name="Lim Kelvin" userId="624f6ae12bb7b72b" providerId="LiveId" clId="{F1251028-0FAA-4340-88A2-7AF13CC6F143}" dt="2025-12-14T17:05:17.236" v="5006" actId="1076"/>
          <ac:picMkLst>
            <pc:docMk/>
            <pc:sldMk cId="2835234636" sldId="272"/>
            <ac:picMk id="52" creationId="{155B4587-E27C-4E4A-9050-B245DB6E53DA}"/>
          </ac:picMkLst>
        </pc:picChg>
        <pc:picChg chg="add mod">
          <ac:chgData name="Lim Kelvin" userId="624f6ae12bb7b72b" providerId="LiveId" clId="{F1251028-0FAA-4340-88A2-7AF13CC6F143}" dt="2025-12-14T17:15:41.070" v="5182" actId="1076"/>
          <ac:picMkLst>
            <pc:docMk/>
            <pc:sldMk cId="2835234636" sldId="272"/>
            <ac:picMk id="65" creationId="{96E2816D-2097-499B-8DA1-4A33CA687480}"/>
          </ac:picMkLst>
        </pc:picChg>
        <pc:picChg chg="add mod">
          <ac:chgData name="Lim Kelvin" userId="624f6ae12bb7b72b" providerId="LiveId" clId="{F1251028-0FAA-4340-88A2-7AF13CC6F143}" dt="2025-12-14T18:47:09.902" v="6653" actId="1440"/>
          <ac:picMkLst>
            <pc:docMk/>
            <pc:sldMk cId="2835234636" sldId="272"/>
            <ac:picMk id="91" creationId="{6B2B0953-1B42-473D-B50A-4A9C1CC1B438}"/>
          </ac:picMkLst>
        </pc:picChg>
        <pc:cxnChg chg="add mod">
          <ac:chgData name="Lim Kelvin" userId="624f6ae12bb7b72b" providerId="LiveId" clId="{F1251028-0FAA-4340-88A2-7AF13CC6F143}" dt="2025-12-14T17:46:36.515" v="5759" actId="14100"/>
          <ac:cxnSpMkLst>
            <pc:docMk/>
            <pc:sldMk cId="2835234636" sldId="272"/>
            <ac:cxnSpMk id="4" creationId="{AB851C5D-9E5B-4A89-8877-405FE7F1E5A5}"/>
          </ac:cxnSpMkLst>
        </pc:cxnChg>
        <pc:cxnChg chg="add mod">
          <ac:chgData name="Lim Kelvin" userId="624f6ae12bb7b72b" providerId="LiveId" clId="{F1251028-0FAA-4340-88A2-7AF13CC6F143}" dt="2025-12-14T17:46:38.433" v="5760" actId="14100"/>
          <ac:cxnSpMkLst>
            <pc:docMk/>
            <pc:sldMk cId="2835234636" sldId="272"/>
            <ac:cxnSpMk id="5" creationId="{A1E4674A-02BB-45A5-A9F0-404A4C510D2B}"/>
          </ac:cxnSpMkLst>
        </pc:cxnChg>
        <pc:cxnChg chg="add del mod">
          <ac:chgData name="Lim Kelvin" userId="624f6ae12bb7b72b" providerId="LiveId" clId="{F1251028-0FAA-4340-88A2-7AF13CC6F143}" dt="2025-12-14T16:20:01.213" v="4666" actId="478"/>
          <ac:cxnSpMkLst>
            <pc:docMk/>
            <pc:sldMk cId="2835234636" sldId="272"/>
            <ac:cxnSpMk id="7" creationId="{B1900B33-9AD9-40DC-A21F-A3FFAD7D6829}"/>
          </ac:cxnSpMkLst>
        </pc:cxnChg>
        <pc:cxnChg chg="add del">
          <ac:chgData name="Lim Kelvin" userId="624f6ae12bb7b72b" providerId="LiveId" clId="{F1251028-0FAA-4340-88A2-7AF13CC6F143}" dt="2025-12-14T16:22:22.926" v="4711" actId="11529"/>
          <ac:cxnSpMkLst>
            <pc:docMk/>
            <pc:sldMk cId="2835234636" sldId="272"/>
            <ac:cxnSpMk id="12" creationId="{0FD3EEA0-756A-4E7E-BFD1-AE60892B5383}"/>
          </ac:cxnSpMkLst>
        </pc:cxnChg>
        <pc:cxnChg chg="add del">
          <ac:chgData name="Lim Kelvin" userId="624f6ae12bb7b72b" providerId="LiveId" clId="{F1251028-0FAA-4340-88A2-7AF13CC6F143}" dt="2025-12-14T16:22:28.694" v="4713" actId="11529"/>
          <ac:cxnSpMkLst>
            <pc:docMk/>
            <pc:sldMk cId="2835234636" sldId="272"/>
            <ac:cxnSpMk id="14" creationId="{B3674385-2A74-4804-B32F-98A8CD52AB5C}"/>
          </ac:cxnSpMkLst>
        </pc:cxnChg>
      </pc:sldChg>
      <pc:sldChg chg="addSp delSp modSp add mod">
        <pc:chgData name="Lim Kelvin" userId="624f6ae12bb7b72b" providerId="LiveId" clId="{F1251028-0FAA-4340-88A2-7AF13CC6F143}" dt="2025-12-14T19:28:52.881" v="7260" actId="113"/>
        <pc:sldMkLst>
          <pc:docMk/>
          <pc:sldMk cId="326597880" sldId="273"/>
        </pc:sldMkLst>
        <pc:spChg chg="mod">
          <ac:chgData name="Lim Kelvin" userId="624f6ae12bb7b72b" providerId="LiveId" clId="{F1251028-0FAA-4340-88A2-7AF13CC6F143}" dt="2025-12-14T17:46:55.287" v="5774" actId="20577"/>
          <ac:spMkLst>
            <pc:docMk/>
            <pc:sldMk cId="326597880" sldId="273"/>
            <ac:spMk id="3" creationId="{F7E51A51-B4BA-4D7A-BB30-CC47C29451F0}"/>
          </ac:spMkLst>
        </pc:spChg>
        <pc:spChg chg="mod">
          <ac:chgData name="Lim Kelvin" userId="624f6ae12bb7b72b" providerId="LiveId" clId="{F1251028-0FAA-4340-88A2-7AF13CC6F143}" dt="2025-12-14T18:19:04.729" v="6214" actId="1076"/>
          <ac:spMkLst>
            <pc:docMk/>
            <pc:sldMk cId="326597880" sldId="273"/>
            <ac:spMk id="8" creationId="{DCF0DE90-E2E2-417D-95FB-7F5B24BD7277}"/>
          </ac:spMkLst>
        </pc:spChg>
        <pc:spChg chg="mod">
          <ac:chgData name="Lim Kelvin" userId="624f6ae12bb7b72b" providerId="LiveId" clId="{F1251028-0FAA-4340-88A2-7AF13CC6F143}" dt="2025-12-14T18:11:07.483" v="5993" actId="1076"/>
          <ac:spMkLst>
            <pc:docMk/>
            <pc:sldMk cId="326597880" sldId="273"/>
            <ac:spMk id="10" creationId="{536166A1-1BD0-4E0B-A8F0-4866AAE91177}"/>
          </ac:spMkLst>
        </pc:spChg>
        <pc:spChg chg="mod">
          <ac:chgData name="Lim Kelvin" userId="624f6ae12bb7b72b" providerId="LiveId" clId="{F1251028-0FAA-4340-88A2-7AF13CC6F143}" dt="2025-12-14T18:41:47.627" v="6543" actId="1076"/>
          <ac:spMkLst>
            <pc:docMk/>
            <pc:sldMk cId="326597880" sldId="273"/>
            <ac:spMk id="15" creationId="{139D08DE-A1A7-4B32-9787-20BFF25C3A67}"/>
          </ac:spMkLst>
        </pc:spChg>
        <pc:spChg chg="mod">
          <ac:chgData name="Lim Kelvin" userId="624f6ae12bb7b72b" providerId="LiveId" clId="{F1251028-0FAA-4340-88A2-7AF13CC6F143}" dt="2025-12-14T19:18:00.956" v="7025" actId="20577"/>
          <ac:spMkLst>
            <pc:docMk/>
            <pc:sldMk cId="326597880" sldId="273"/>
            <ac:spMk id="16" creationId="{47060DF4-79B0-48CF-A916-FF7BC3DEED04}"/>
          </ac:spMkLst>
        </pc:spChg>
        <pc:spChg chg="mod">
          <ac:chgData name="Lim Kelvin" userId="624f6ae12bb7b72b" providerId="LiveId" clId="{F1251028-0FAA-4340-88A2-7AF13CC6F143}" dt="2025-12-14T18:57:07.780" v="6758" actId="20577"/>
          <ac:spMkLst>
            <pc:docMk/>
            <pc:sldMk cId="326597880" sldId="273"/>
            <ac:spMk id="20" creationId="{22D1BC6F-957D-4A1C-96F0-F3A89643A766}"/>
          </ac:spMkLst>
        </pc:spChg>
        <pc:spChg chg="mod">
          <ac:chgData name="Lim Kelvin" userId="624f6ae12bb7b72b" providerId="LiveId" clId="{F1251028-0FAA-4340-88A2-7AF13CC6F143}" dt="2025-12-14T18:51:01.547" v="6690" actId="1076"/>
          <ac:spMkLst>
            <pc:docMk/>
            <pc:sldMk cId="326597880" sldId="273"/>
            <ac:spMk id="23" creationId="{E71A1904-EAD6-496A-83D9-B23AD7B7982F}"/>
          </ac:spMkLst>
        </pc:spChg>
        <pc:spChg chg="mod">
          <ac:chgData name="Lim Kelvin" userId="624f6ae12bb7b72b" providerId="LiveId" clId="{F1251028-0FAA-4340-88A2-7AF13CC6F143}" dt="2025-12-14T18:16:54.698" v="6123" actId="14100"/>
          <ac:spMkLst>
            <pc:docMk/>
            <pc:sldMk cId="326597880" sldId="273"/>
            <ac:spMk id="24" creationId="{4BF50F0C-FDAD-45EC-B2B1-9F083D823100}"/>
          </ac:spMkLst>
        </pc:spChg>
        <pc:spChg chg="mod">
          <ac:chgData name="Lim Kelvin" userId="624f6ae12bb7b72b" providerId="LiveId" clId="{F1251028-0FAA-4340-88A2-7AF13CC6F143}" dt="2025-12-14T18:56:55.216" v="6756" actId="20577"/>
          <ac:spMkLst>
            <pc:docMk/>
            <pc:sldMk cId="326597880" sldId="273"/>
            <ac:spMk id="25" creationId="{DB477390-0C18-44AA-9A65-2285F182B36E}"/>
          </ac:spMkLst>
        </pc:spChg>
        <pc:spChg chg="mod">
          <ac:chgData name="Lim Kelvin" userId="624f6ae12bb7b72b" providerId="LiveId" clId="{F1251028-0FAA-4340-88A2-7AF13CC6F143}" dt="2025-12-14T18:39:16.957" v="6508" actId="1076"/>
          <ac:spMkLst>
            <pc:docMk/>
            <pc:sldMk cId="326597880" sldId="273"/>
            <ac:spMk id="26" creationId="{B65570F7-8758-4C5D-9376-383EA9A301E4}"/>
          </ac:spMkLst>
        </pc:spChg>
        <pc:spChg chg="add del mod">
          <ac:chgData name="Lim Kelvin" userId="624f6ae12bb7b72b" providerId="LiveId" clId="{F1251028-0FAA-4340-88A2-7AF13CC6F143}" dt="2025-12-14T18:16:56.994" v="6124" actId="14100"/>
          <ac:spMkLst>
            <pc:docMk/>
            <pc:sldMk cId="326597880" sldId="273"/>
            <ac:spMk id="27" creationId="{9B7CA938-D194-4CBB-867C-D96DD3CFA8BD}"/>
          </ac:spMkLst>
        </pc:spChg>
        <pc:spChg chg="mod">
          <ac:chgData name="Lim Kelvin" userId="624f6ae12bb7b72b" providerId="LiveId" clId="{F1251028-0FAA-4340-88A2-7AF13CC6F143}" dt="2025-12-14T18:50:14.039" v="6680" actId="1076"/>
          <ac:spMkLst>
            <pc:docMk/>
            <pc:sldMk cId="326597880" sldId="273"/>
            <ac:spMk id="28" creationId="{00142720-697B-47F2-BB6F-3704FC28F06A}"/>
          </ac:spMkLst>
        </pc:spChg>
        <pc:spChg chg="mod">
          <ac:chgData name="Lim Kelvin" userId="624f6ae12bb7b72b" providerId="LiveId" clId="{F1251028-0FAA-4340-88A2-7AF13CC6F143}" dt="2025-12-14T18:51:55.827" v="6700" actId="1076"/>
          <ac:spMkLst>
            <pc:docMk/>
            <pc:sldMk cId="326597880" sldId="273"/>
            <ac:spMk id="29" creationId="{86655C0F-1360-4AE8-936E-4EFE0CA403C5}"/>
          </ac:spMkLst>
        </pc:spChg>
        <pc:spChg chg="add del mod">
          <ac:chgData name="Lim Kelvin" userId="624f6ae12bb7b72b" providerId="LiveId" clId="{F1251028-0FAA-4340-88A2-7AF13CC6F143}" dt="2025-12-14T18:56:42.899" v="6754" actId="20577"/>
          <ac:spMkLst>
            <pc:docMk/>
            <pc:sldMk cId="326597880" sldId="273"/>
            <ac:spMk id="30" creationId="{583C7106-F499-41F5-A10B-8A42D8978EE6}"/>
          </ac:spMkLst>
        </pc:spChg>
        <pc:spChg chg="add del mod">
          <ac:chgData name="Lim Kelvin" userId="624f6ae12bb7b72b" providerId="LiveId" clId="{F1251028-0FAA-4340-88A2-7AF13CC6F143}" dt="2025-12-14T18:58:24.196" v="6770" actId="20577"/>
          <ac:spMkLst>
            <pc:docMk/>
            <pc:sldMk cId="326597880" sldId="273"/>
            <ac:spMk id="31" creationId="{06AF9E96-B9D4-4803-B5F0-CD92EB49B902}"/>
          </ac:spMkLst>
        </pc:spChg>
        <pc:spChg chg="mod">
          <ac:chgData name="Lim Kelvin" userId="624f6ae12bb7b72b" providerId="LiveId" clId="{F1251028-0FAA-4340-88A2-7AF13CC6F143}" dt="2025-12-14T18:14:04.296" v="6101" actId="1076"/>
          <ac:spMkLst>
            <pc:docMk/>
            <pc:sldMk cId="326597880" sldId="273"/>
            <ac:spMk id="39" creationId="{C488BD8D-54FA-4314-8F5E-A275995BC469}"/>
          </ac:spMkLst>
        </pc:spChg>
        <pc:spChg chg="mod">
          <ac:chgData name="Lim Kelvin" userId="624f6ae12bb7b72b" providerId="LiveId" clId="{F1251028-0FAA-4340-88A2-7AF13CC6F143}" dt="2025-12-14T18:47:28.132" v="6655" actId="1076"/>
          <ac:spMkLst>
            <pc:docMk/>
            <pc:sldMk cId="326597880" sldId="273"/>
            <ac:spMk id="40" creationId="{78701637-8657-4770-844A-CCF1BEF14E4F}"/>
          </ac:spMkLst>
        </pc:spChg>
        <pc:spChg chg="mod">
          <ac:chgData name="Lim Kelvin" userId="624f6ae12bb7b72b" providerId="LiveId" clId="{F1251028-0FAA-4340-88A2-7AF13CC6F143}" dt="2025-12-14T18:56:27.191" v="6752" actId="20577"/>
          <ac:spMkLst>
            <pc:docMk/>
            <pc:sldMk cId="326597880" sldId="273"/>
            <ac:spMk id="41" creationId="{9A943E66-356B-4F03-BBAC-99608EC00BD2}"/>
          </ac:spMkLst>
        </pc:spChg>
        <pc:spChg chg="mod">
          <ac:chgData name="Lim Kelvin" userId="624f6ae12bb7b72b" providerId="LiveId" clId="{F1251028-0FAA-4340-88A2-7AF13CC6F143}" dt="2025-12-14T18:14:08.882" v="6102" actId="1076"/>
          <ac:spMkLst>
            <pc:docMk/>
            <pc:sldMk cId="326597880" sldId="273"/>
            <ac:spMk id="43" creationId="{BF4E41FA-E469-4DD6-A96D-135ABCD1F9B1}"/>
          </ac:spMkLst>
        </pc:spChg>
        <pc:spChg chg="mod">
          <ac:chgData name="Lim Kelvin" userId="624f6ae12bb7b72b" providerId="LiveId" clId="{F1251028-0FAA-4340-88A2-7AF13CC6F143}" dt="2025-12-14T18:49:32.706" v="6671" actId="1076"/>
          <ac:spMkLst>
            <pc:docMk/>
            <pc:sldMk cId="326597880" sldId="273"/>
            <ac:spMk id="44" creationId="{0AB781D4-C59E-4D64-9CFD-ED4FFAAF97FE}"/>
          </ac:spMkLst>
        </pc:spChg>
        <pc:spChg chg="mod">
          <ac:chgData name="Lim Kelvin" userId="624f6ae12bb7b72b" providerId="LiveId" clId="{F1251028-0FAA-4340-88A2-7AF13CC6F143}" dt="2025-12-14T18:57:45.965" v="6766" actId="20577"/>
          <ac:spMkLst>
            <pc:docMk/>
            <pc:sldMk cId="326597880" sldId="273"/>
            <ac:spMk id="45" creationId="{913476BB-E259-41FA-A251-D85717ADB947}"/>
          </ac:spMkLst>
        </pc:spChg>
        <pc:spChg chg="mod">
          <ac:chgData name="Lim Kelvin" userId="624f6ae12bb7b72b" providerId="LiveId" clId="{F1251028-0FAA-4340-88A2-7AF13CC6F143}" dt="2025-12-14T18:11:07.483" v="5993" actId="1076"/>
          <ac:spMkLst>
            <pc:docMk/>
            <pc:sldMk cId="326597880" sldId="273"/>
            <ac:spMk id="47" creationId="{EBBD889B-7AF6-4BD3-A958-988F737FCE90}"/>
          </ac:spMkLst>
        </pc:spChg>
        <pc:spChg chg="mod">
          <ac:chgData name="Lim Kelvin" userId="624f6ae12bb7b72b" providerId="LiveId" clId="{F1251028-0FAA-4340-88A2-7AF13CC6F143}" dt="2025-12-14T18:47:25.495" v="6654" actId="1076"/>
          <ac:spMkLst>
            <pc:docMk/>
            <pc:sldMk cId="326597880" sldId="273"/>
            <ac:spMk id="48" creationId="{385A70C8-D44F-4F96-B5C1-26536AD36697}"/>
          </ac:spMkLst>
        </pc:spChg>
        <pc:spChg chg="mod">
          <ac:chgData name="Lim Kelvin" userId="624f6ae12bb7b72b" providerId="LiveId" clId="{F1251028-0FAA-4340-88A2-7AF13CC6F143}" dt="2025-12-14T18:58:02.814" v="6768" actId="20577"/>
          <ac:spMkLst>
            <pc:docMk/>
            <pc:sldMk cId="326597880" sldId="273"/>
            <ac:spMk id="49" creationId="{3D23A588-FE7B-4154-AAB5-05FEBE051310}"/>
          </ac:spMkLst>
        </pc:spChg>
        <pc:spChg chg="mod">
          <ac:chgData name="Lim Kelvin" userId="624f6ae12bb7b72b" providerId="LiveId" clId="{F1251028-0FAA-4340-88A2-7AF13CC6F143}" dt="2025-12-14T18:40:44.657" v="6532" actId="1076"/>
          <ac:spMkLst>
            <pc:docMk/>
            <pc:sldMk cId="326597880" sldId="273"/>
            <ac:spMk id="53" creationId="{085280C5-3946-4371-ABF3-42E1565C577A}"/>
          </ac:spMkLst>
        </pc:spChg>
        <pc:spChg chg="mod">
          <ac:chgData name="Lim Kelvin" userId="624f6ae12bb7b72b" providerId="LiveId" clId="{F1251028-0FAA-4340-88A2-7AF13CC6F143}" dt="2025-12-14T18:40:41.990" v="6531" actId="1076"/>
          <ac:spMkLst>
            <pc:docMk/>
            <pc:sldMk cId="326597880" sldId="273"/>
            <ac:spMk id="54" creationId="{74CE2C81-4C92-4519-A995-1E4801DFFB4F}"/>
          </ac:spMkLst>
        </pc:spChg>
        <pc:spChg chg="mod">
          <ac:chgData name="Lim Kelvin" userId="624f6ae12bb7b72b" providerId="LiveId" clId="{F1251028-0FAA-4340-88A2-7AF13CC6F143}" dt="2025-12-14T18:40:50.804" v="6534" actId="1076"/>
          <ac:spMkLst>
            <pc:docMk/>
            <pc:sldMk cId="326597880" sldId="273"/>
            <ac:spMk id="55" creationId="{79834ABE-DFA5-40BA-97F1-476CCF20B6C2}"/>
          </ac:spMkLst>
        </pc:spChg>
        <pc:spChg chg="mod">
          <ac:chgData name="Lim Kelvin" userId="624f6ae12bb7b72b" providerId="LiveId" clId="{F1251028-0FAA-4340-88A2-7AF13CC6F143}" dt="2025-12-14T18:36:35.054" v="6468" actId="1076"/>
          <ac:spMkLst>
            <pc:docMk/>
            <pc:sldMk cId="326597880" sldId="273"/>
            <ac:spMk id="56" creationId="{17583CEE-43EF-44E8-B0C5-DEEE0E112460}"/>
          </ac:spMkLst>
        </pc:spChg>
        <pc:spChg chg="del mod">
          <ac:chgData name="Lim Kelvin" userId="624f6ae12bb7b72b" providerId="LiveId" clId="{F1251028-0FAA-4340-88A2-7AF13CC6F143}" dt="2025-12-14T18:36:42.325" v="6470" actId="478"/>
          <ac:spMkLst>
            <pc:docMk/>
            <pc:sldMk cId="326597880" sldId="273"/>
            <ac:spMk id="57" creationId="{2B1BE095-7A92-4EB7-857E-CD8999807108}"/>
          </ac:spMkLst>
        </pc:spChg>
        <pc:spChg chg="add del mod">
          <ac:chgData name="Lim Kelvin" userId="624f6ae12bb7b72b" providerId="LiveId" clId="{F1251028-0FAA-4340-88A2-7AF13CC6F143}" dt="2025-12-14T18:36:54.330" v="6472" actId="478"/>
          <ac:spMkLst>
            <pc:docMk/>
            <pc:sldMk cId="326597880" sldId="273"/>
            <ac:spMk id="58" creationId="{4B57CB7A-5A18-43D2-B18D-C6087D3C6427}"/>
          </ac:spMkLst>
        </pc:spChg>
        <pc:spChg chg="mod">
          <ac:chgData name="Lim Kelvin" userId="624f6ae12bb7b72b" providerId="LiveId" clId="{F1251028-0FAA-4340-88A2-7AF13CC6F143}" dt="2025-12-14T18:40:47.848" v="6533" actId="1076"/>
          <ac:spMkLst>
            <pc:docMk/>
            <pc:sldMk cId="326597880" sldId="273"/>
            <ac:spMk id="59" creationId="{0ED0ACA4-A7B8-4E2B-AAAE-DD80A02068B6}"/>
          </ac:spMkLst>
        </pc:spChg>
        <pc:spChg chg="mod">
          <ac:chgData name="Lim Kelvin" userId="624f6ae12bb7b72b" providerId="LiveId" clId="{F1251028-0FAA-4340-88A2-7AF13CC6F143}" dt="2025-12-14T18:18:13.031" v="6199" actId="1076"/>
          <ac:spMkLst>
            <pc:docMk/>
            <pc:sldMk cId="326597880" sldId="273"/>
            <ac:spMk id="60" creationId="{7EEDB521-36C5-4580-B88F-78C1596EF66B}"/>
          </ac:spMkLst>
        </pc:spChg>
        <pc:spChg chg="mod">
          <ac:chgData name="Lim Kelvin" userId="624f6ae12bb7b72b" providerId="LiveId" clId="{F1251028-0FAA-4340-88A2-7AF13CC6F143}" dt="2025-12-14T18:52:44.364" v="6712" actId="1076"/>
          <ac:spMkLst>
            <pc:docMk/>
            <pc:sldMk cId="326597880" sldId="273"/>
            <ac:spMk id="61" creationId="{ADC8F4CA-A0CC-486C-8739-346FFE4CFB03}"/>
          </ac:spMkLst>
        </pc:spChg>
        <pc:spChg chg="mod">
          <ac:chgData name="Lim Kelvin" userId="624f6ae12bb7b72b" providerId="LiveId" clId="{F1251028-0FAA-4340-88A2-7AF13CC6F143}" dt="2025-12-14T18:57:19.916" v="6760" actId="20577"/>
          <ac:spMkLst>
            <pc:docMk/>
            <pc:sldMk cId="326597880" sldId="273"/>
            <ac:spMk id="62" creationId="{E8D41526-D023-405C-9776-1424F9056F26}"/>
          </ac:spMkLst>
        </pc:spChg>
        <pc:spChg chg="mod">
          <ac:chgData name="Lim Kelvin" userId="624f6ae12bb7b72b" providerId="LiveId" clId="{F1251028-0FAA-4340-88A2-7AF13CC6F143}" dt="2025-12-14T18:29:50.602" v="6432" actId="1076"/>
          <ac:spMkLst>
            <pc:docMk/>
            <pc:sldMk cId="326597880" sldId="273"/>
            <ac:spMk id="63" creationId="{CC122B85-4D3D-435A-B040-CF3DA2B5A7D4}"/>
          </ac:spMkLst>
        </pc:spChg>
        <pc:spChg chg="mod">
          <ac:chgData name="Lim Kelvin" userId="624f6ae12bb7b72b" providerId="LiveId" clId="{F1251028-0FAA-4340-88A2-7AF13CC6F143}" dt="2025-12-14T18:43:29.489" v="6625" actId="20577"/>
          <ac:spMkLst>
            <pc:docMk/>
            <pc:sldMk cId="326597880" sldId="273"/>
            <ac:spMk id="66" creationId="{6CE98C47-BFCB-4FAA-9E82-E864346245B0}"/>
          </ac:spMkLst>
        </pc:spChg>
        <pc:spChg chg="mod">
          <ac:chgData name="Lim Kelvin" userId="624f6ae12bb7b72b" providerId="LiveId" clId="{F1251028-0FAA-4340-88A2-7AF13CC6F143}" dt="2025-12-14T18:11:07.483" v="5993" actId="1076"/>
          <ac:spMkLst>
            <pc:docMk/>
            <pc:sldMk cId="326597880" sldId="273"/>
            <ac:spMk id="68" creationId="{50ACBE2A-B87D-40C2-9FC6-3763F4F3A6E3}"/>
          </ac:spMkLst>
        </pc:spChg>
        <pc:spChg chg="mod">
          <ac:chgData name="Lim Kelvin" userId="624f6ae12bb7b72b" providerId="LiveId" clId="{F1251028-0FAA-4340-88A2-7AF13CC6F143}" dt="2025-12-14T18:11:07.483" v="5993" actId="1076"/>
          <ac:spMkLst>
            <pc:docMk/>
            <pc:sldMk cId="326597880" sldId="273"/>
            <ac:spMk id="69" creationId="{1080F7DF-F017-4A4B-AF82-1EF5756E3DD3}"/>
          </ac:spMkLst>
        </pc:spChg>
        <pc:spChg chg="mod">
          <ac:chgData name="Lim Kelvin" userId="624f6ae12bb7b72b" providerId="LiveId" clId="{F1251028-0FAA-4340-88A2-7AF13CC6F143}" dt="2025-12-14T18:11:07.483" v="5993" actId="1076"/>
          <ac:spMkLst>
            <pc:docMk/>
            <pc:sldMk cId="326597880" sldId="273"/>
            <ac:spMk id="70" creationId="{8421B772-B752-48C0-9F7D-DB04B1A416E7}"/>
          </ac:spMkLst>
        </pc:spChg>
        <pc:spChg chg="mod">
          <ac:chgData name="Lim Kelvin" userId="624f6ae12bb7b72b" providerId="LiveId" clId="{F1251028-0FAA-4340-88A2-7AF13CC6F143}" dt="2025-12-14T18:11:07.483" v="5993" actId="1076"/>
          <ac:spMkLst>
            <pc:docMk/>
            <pc:sldMk cId="326597880" sldId="273"/>
            <ac:spMk id="71" creationId="{32026C85-9D4A-4EDF-ADC0-812502B65EC9}"/>
          </ac:spMkLst>
        </pc:spChg>
        <pc:spChg chg="mod">
          <ac:chgData name="Lim Kelvin" userId="624f6ae12bb7b72b" providerId="LiveId" clId="{F1251028-0FAA-4340-88A2-7AF13CC6F143}" dt="2025-12-14T18:46:43.729" v="6648" actId="14100"/>
          <ac:spMkLst>
            <pc:docMk/>
            <pc:sldMk cId="326597880" sldId="273"/>
            <ac:spMk id="72" creationId="{BA48DE01-B20B-491C-8F44-A8E0C38902E2}"/>
          </ac:spMkLst>
        </pc:spChg>
        <pc:spChg chg="mod">
          <ac:chgData name="Lim Kelvin" userId="624f6ae12bb7b72b" providerId="LiveId" clId="{F1251028-0FAA-4340-88A2-7AF13CC6F143}" dt="2025-12-14T19:01:10.389" v="6844" actId="1076"/>
          <ac:spMkLst>
            <pc:docMk/>
            <pc:sldMk cId="326597880" sldId="273"/>
            <ac:spMk id="73" creationId="{6D878FC2-9AD4-438E-84B6-A8B939E6321A}"/>
          </ac:spMkLst>
        </pc:spChg>
        <pc:spChg chg="mod">
          <ac:chgData name="Lim Kelvin" userId="624f6ae12bb7b72b" providerId="LiveId" clId="{F1251028-0FAA-4340-88A2-7AF13CC6F143}" dt="2025-12-14T18:49:31.322" v="6670" actId="14100"/>
          <ac:spMkLst>
            <pc:docMk/>
            <pc:sldMk cId="326597880" sldId="273"/>
            <ac:spMk id="74" creationId="{F01E6B7D-D63E-4562-B237-C7E575458B7B}"/>
          </ac:spMkLst>
        </pc:spChg>
        <pc:spChg chg="mod">
          <ac:chgData name="Lim Kelvin" userId="624f6ae12bb7b72b" providerId="LiveId" clId="{F1251028-0FAA-4340-88A2-7AF13CC6F143}" dt="2025-12-14T18:49:58.548" v="6672" actId="14100"/>
          <ac:spMkLst>
            <pc:docMk/>
            <pc:sldMk cId="326597880" sldId="273"/>
            <ac:spMk id="75" creationId="{9E5A7442-E619-4F3B-B8C0-C064B719EC7A}"/>
          </ac:spMkLst>
        </pc:spChg>
        <pc:spChg chg="mod">
          <ac:chgData name="Lim Kelvin" userId="624f6ae12bb7b72b" providerId="LiveId" clId="{F1251028-0FAA-4340-88A2-7AF13CC6F143}" dt="2025-12-14T18:50:43.311" v="6681" actId="14100"/>
          <ac:spMkLst>
            <pc:docMk/>
            <pc:sldMk cId="326597880" sldId="273"/>
            <ac:spMk id="77" creationId="{8EE2C2F3-F202-4DDD-BAC5-06114FD11145}"/>
          </ac:spMkLst>
        </pc:spChg>
        <pc:spChg chg="add del mod">
          <ac:chgData name="Lim Kelvin" userId="624f6ae12bb7b72b" providerId="LiveId" clId="{F1251028-0FAA-4340-88A2-7AF13CC6F143}" dt="2025-12-14T18:51:33.699" v="6691" actId="14100"/>
          <ac:spMkLst>
            <pc:docMk/>
            <pc:sldMk cId="326597880" sldId="273"/>
            <ac:spMk id="78" creationId="{9F372F88-0947-4190-8C56-AC0D02ED373B}"/>
          </ac:spMkLst>
        </pc:spChg>
        <pc:spChg chg="mod">
          <ac:chgData name="Lim Kelvin" userId="624f6ae12bb7b72b" providerId="LiveId" clId="{F1251028-0FAA-4340-88A2-7AF13CC6F143}" dt="2025-12-14T18:52:40.776" v="6711" actId="14100"/>
          <ac:spMkLst>
            <pc:docMk/>
            <pc:sldMk cId="326597880" sldId="273"/>
            <ac:spMk id="79" creationId="{4929964A-4BA7-4C6D-BD84-8CDA1DDA7EE5}"/>
          </ac:spMkLst>
        </pc:spChg>
        <pc:spChg chg="mod">
          <ac:chgData name="Lim Kelvin" userId="624f6ae12bb7b72b" providerId="LiveId" clId="{F1251028-0FAA-4340-88A2-7AF13CC6F143}" dt="2025-12-14T18:52:49.304" v="6713" actId="1076"/>
          <ac:spMkLst>
            <pc:docMk/>
            <pc:sldMk cId="326597880" sldId="273"/>
            <ac:spMk id="80" creationId="{CE30802F-E691-43A4-AF4B-20EAE5AC89CC}"/>
          </ac:spMkLst>
        </pc:spChg>
        <pc:spChg chg="mod">
          <ac:chgData name="Lim Kelvin" userId="624f6ae12bb7b72b" providerId="LiveId" clId="{F1251028-0FAA-4340-88A2-7AF13CC6F143}" dt="2025-12-14T18:51:59.365" v="6701" actId="207"/>
          <ac:spMkLst>
            <pc:docMk/>
            <pc:sldMk cId="326597880" sldId="273"/>
            <ac:spMk id="81" creationId="{917B56D8-8050-4F7A-8D44-D1C401FD7F91}"/>
          </ac:spMkLst>
        </pc:spChg>
        <pc:spChg chg="mod">
          <ac:chgData name="Lim Kelvin" userId="624f6ae12bb7b72b" providerId="LiveId" clId="{F1251028-0FAA-4340-88A2-7AF13CC6F143}" dt="2025-12-14T18:50:57.730" v="6689" actId="207"/>
          <ac:spMkLst>
            <pc:docMk/>
            <pc:sldMk cId="326597880" sldId="273"/>
            <ac:spMk id="82" creationId="{B4AA4DF8-85D9-46A1-958F-BFCA529722F9}"/>
          </ac:spMkLst>
        </pc:spChg>
        <pc:spChg chg="mod">
          <ac:chgData name="Lim Kelvin" userId="624f6ae12bb7b72b" providerId="LiveId" clId="{F1251028-0FAA-4340-88A2-7AF13CC6F143}" dt="2025-12-14T18:50:10.644" v="6679" actId="1076"/>
          <ac:spMkLst>
            <pc:docMk/>
            <pc:sldMk cId="326597880" sldId="273"/>
            <ac:spMk id="83" creationId="{55E16638-AE1C-49EE-87B1-C45AD5E87461}"/>
          </ac:spMkLst>
        </pc:spChg>
        <pc:spChg chg="mod">
          <ac:chgData name="Lim Kelvin" userId="624f6ae12bb7b72b" providerId="LiveId" clId="{F1251028-0FAA-4340-88A2-7AF13CC6F143}" dt="2025-12-14T18:48:14.256" v="6662" actId="1076"/>
          <ac:spMkLst>
            <pc:docMk/>
            <pc:sldMk cId="326597880" sldId="273"/>
            <ac:spMk id="84" creationId="{6768576F-E143-46F7-B923-38FC9CFE4B9A}"/>
          </ac:spMkLst>
        </pc:spChg>
        <pc:spChg chg="mod">
          <ac:chgData name="Lim Kelvin" userId="624f6ae12bb7b72b" providerId="LiveId" clId="{F1251028-0FAA-4340-88A2-7AF13CC6F143}" dt="2025-12-14T18:47:38.800" v="6656" actId="1076"/>
          <ac:spMkLst>
            <pc:docMk/>
            <pc:sldMk cId="326597880" sldId="273"/>
            <ac:spMk id="85" creationId="{53B89264-48CC-469F-B9E7-EFD3DA2917DD}"/>
          </ac:spMkLst>
        </pc:spChg>
        <pc:spChg chg="mod">
          <ac:chgData name="Lim Kelvin" userId="624f6ae12bb7b72b" providerId="LiveId" clId="{F1251028-0FAA-4340-88A2-7AF13CC6F143}" dt="2025-12-14T18:46:05.998" v="6637" actId="207"/>
          <ac:spMkLst>
            <pc:docMk/>
            <pc:sldMk cId="326597880" sldId="273"/>
            <ac:spMk id="86" creationId="{6CCD4A2C-9C21-4E16-BF04-1028AEE19B79}"/>
          </ac:spMkLst>
        </pc:spChg>
        <pc:spChg chg="mod">
          <ac:chgData name="Lim Kelvin" userId="624f6ae12bb7b72b" providerId="LiveId" clId="{F1251028-0FAA-4340-88A2-7AF13CC6F143}" dt="2025-12-14T18:11:07.483" v="5993" actId="1076"/>
          <ac:spMkLst>
            <pc:docMk/>
            <pc:sldMk cId="326597880" sldId="273"/>
            <ac:spMk id="87" creationId="{D521C079-6158-4311-8BC6-0A054071E7B9}"/>
          </ac:spMkLst>
        </pc:spChg>
        <pc:spChg chg="add mod">
          <ac:chgData name="Lim Kelvin" userId="624f6ae12bb7b72b" providerId="LiveId" clId="{F1251028-0FAA-4340-88A2-7AF13CC6F143}" dt="2025-12-14T18:36:48.948" v="6471" actId="1076"/>
          <ac:spMkLst>
            <pc:docMk/>
            <pc:sldMk cId="326597880" sldId="273"/>
            <ac:spMk id="91" creationId="{DE4E0C35-292F-4657-A73E-3F5D958F8926}"/>
          </ac:spMkLst>
        </pc:spChg>
        <pc:spChg chg="add mod">
          <ac:chgData name="Lim Kelvin" userId="624f6ae12bb7b72b" providerId="LiveId" clId="{F1251028-0FAA-4340-88A2-7AF13CC6F143}" dt="2025-12-14T18:37:04.064" v="6474" actId="1076"/>
          <ac:spMkLst>
            <pc:docMk/>
            <pc:sldMk cId="326597880" sldId="273"/>
            <ac:spMk id="92" creationId="{2D0D0020-3394-44D8-B389-2F3E9EAC5508}"/>
          </ac:spMkLst>
        </pc:spChg>
        <pc:spChg chg="add mod">
          <ac:chgData name="Lim Kelvin" userId="624f6ae12bb7b72b" providerId="LiveId" clId="{F1251028-0FAA-4340-88A2-7AF13CC6F143}" dt="2025-12-14T18:43:14.904" v="6600" actId="20577"/>
          <ac:spMkLst>
            <pc:docMk/>
            <pc:sldMk cId="326597880" sldId="273"/>
            <ac:spMk id="93" creationId="{9A96238C-DB21-4B55-A228-97324D3A2300}"/>
          </ac:spMkLst>
        </pc:spChg>
        <pc:spChg chg="add mod">
          <ac:chgData name="Lim Kelvin" userId="624f6ae12bb7b72b" providerId="LiveId" clId="{F1251028-0FAA-4340-88A2-7AF13CC6F143}" dt="2025-12-14T19:01:27.405" v="6854" actId="1076"/>
          <ac:spMkLst>
            <pc:docMk/>
            <pc:sldMk cId="326597880" sldId="273"/>
            <ac:spMk id="94" creationId="{589033CE-DB8D-48B1-807D-10730AAB800B}"/>
          </ac:spMkLst>
        </pc:spChg>
        <pc:spChg chg="add del mod">
          <ac:chgData name="Lim Kelvin" userId="624f6ae12bb7b72b" providerId="LiveId" clId="{F1251028-0FAA-4340-88A2-7AF13CC6F143}" dt="2025-12-14T18:59:10.481" v="6788" actId="478"/>
          <ac:spMkLst>
            <pc:docMk/>
            <pc:sldMk cId="326597880" sldId="273"/>
            <ac:spMk id="95" creationId="{1EDF062A-C725-4401-B2E9-738B4A0D0158}"/>
          </ac:spMkLst>
        </pc:spChg>
        <pc:spChg chg="add mod">
          <ac:chgData name="Lim Kelvin" userId="624f6ae12bb7b72b" providerId="LiveId" clId="{F1251028-0FAA-4340-88A2-7AF13CC6F143}" dt="2025-12-14T19:01:07.726" v="6842" actId="1076"/>
          <ac:spMkLst>
            <pc:docMk/>
            <pc:sldMk cId="326597880" sldId="273"/>
            <ac:spMk id="96" creationId="{365A16AE-77DD-4FCB-A5B0-EBADE000B297}"/>
          </ac:spMkLst>
        </pc:spChg>
        <pc:spChg chg="add mod">
          <ac:chgData name="Lim Kelvin" userId="624f6ae12bb7b72b" providerId="LiveId" clId="{F1251028-0FAA-4340-88A2-7AF13CC6F143}" dt="2025-12-14T19:01:13.390" v="6845" actId="1076"/>
          <ac:spMkLst>
            <pc:docMk/>
            <pc:sldMk cId="326597880" sldId="273"/>
            <ac:spMk id="97" creationId="{2DEAFC1D-DCF6-4EA6-A30E-072FB21AEDB7}"/>
          </ac:spMkLst>
        </pc:spChg>
        <pc:spChg chg="add mod">
          <ac:chgData name="Lim Kelvin" userId="624f6ae12bb7b72b" providerId="LiveId" clId="{F1251028-0FAA-4340-88A2-7AF13CC6F143}" dt="2025-12-14T19:02:24.667" v="6866" actId="1076"/>
          <ac:spMkLst>
            <pc:docMk/>
            <pc:sldMk cId="326597880" sldId="273"/>
            <ac:spMk id="98" creationId="{126E4554-98D4-464F-88C5-56D57C7F06CD}"/>
          </ac:spMkLst>
        </pc:spChg>
        <pc:spChg chg="add mod">
          <ac:chgData name="Lim Kelvin" userId="624f6ae12bb7b72b" providerId="LiveId" clId="{F1251028-0FAA-4340-88A2-7AF13CC6F143}" dt="2025-12-14T19:03:30.603" v="6881" actId="1076"/>
          <ac:spMkLst>
            <pc:docMk/>
            <pc:sldMk cId="326597880" sldId="273"/>
            <ac:spMk id="99" creationId="{EEE5DA3A-38E2-4056-A691-0359AE81B6C7}"/>
          </ac:spMkLst>
        </pc:spChg>
        <pc:spChg chg="add mod">
          <ac:chgData name="Lim Kelvin" userId="624f6ae12bb7b72b" providerId="LiveId" clId="{F1251028-0FAA-4340-88A2-7AF13CC6F143}" dt="2025-12-14T19:03:40.681" v="6883" actId="1076"/>
          <ac:spMkLst>
            <pc:docMk/>
            <pc:sldMk cId="326597880" sldId="273"/>
            <ac:spMk id="100" creationId="{2F21AC43-A7AC-4B3E-B2CD-F1697033229E}"/>
          </ac:spMkLst>
        </pc:spChg>
        <pc:spChg chg="add mod">
          <ac:chgData name="Lim Kelvin" userId="624f6ae12bb7b72b" providerId="LiveId" clId="{F1251028-0FAA-4340-88A2-7AF13CC6F143}" dt="2025-12-14T19:03:47.914" v="6885" actId="1076"/>
          <ac:spMkLst>
            <pc:docMk/>
            <pc:sldMk cId="326597880" sldId="273"/>
            <ac:spMk id="101" creationId="{51D91951-225A-4626-BBD6-E050E6967F8B}"/>
          </ac:spMkLst>
        </pc:spChg>
        <pc:spChg chg="add mod">
          <ac:chgData name="Lim Kelvin" userId="624f6ae12bb7b72b" providerId="LiveId" clId="{F1251028-0FAA-4340-88A2-7AF13CC6F143}" dt="2025-12-14T19:06:08.593" v="6889" actId="20577"/>
          <ac:spMkLst>
            <pc:docMk/>
            <pc:sldMk cId="326597880" sldId="273"/>
            <ac:spMk id="102" creationId="{74F9A9A2-955C-4DF4-A9EE-EDF2784F715D}"/>
          </ac:spMkLst>
        </pc:spChg>
        <pc:spChg chg="add mod">
          <ac:chgData name="Lim Kelvin" userId="624f6ae12bb7b72b" providerId="LiveId" clId="{F1251028-0FAA-4340-88A2-7AF13CC6F143}" dt="2025-12-14T19:28:52.881" v="7260" actId="113"/>
          <ac:spMkLst>
            <pc:docMk/>
            <pc:sldMk cId="326597880" sldId="273"/>
            <ac:spMk id="103" creationId="{7A6849DD-1324-4A05-80D2-D4AA2865D5A0}"/>
          </ac:spMkLst>
        </pc:spChg>
        <pc:picChg chg="add mod">
          <ac:chgData name="Lim Kelvin" userId="624f6ae12bb7b72b" providerId="LiveId" clId="{F1251028-0FAA-4340-88A2-7AF13CC6F143}" dt="2025-12-14T18:47:02.874" v="6652" actId="1440"/>
          <ac:picMkLst>
            <pc:docMk/>
            <pc:sldMk cId="326597880" sldId="273"/>
            <ac:picMk id="6" creationId="{99E590FB-C486-4ADE-9CAA-27F4CB326D7F}"/>
          </ac:picMkLst>
        </pc:picChg>
        <pc:picChg chg="add del mod">
          <ac:chgData name="Lim Kelvin" userId="624f6ae12bb7b72b" providerId="LiveId" clId="{F1251028-0FAA-4340-88A2-7AF13CC6F143}" dt="2025-12-14T18:06:18.409" v="5964" actId="478"/>
          <ac:picMkLst>
            <pc:docMk/>
            <pc:sldMk cId="326597880" sldId="273"/>
            <ac:picMk id="9" creationId="{A7AA65D6-B112-477B-9B8E-CE95CB95838C}"/>
          </ac:picMkLst>
        </pc:picChg>
        <pc:picChg chg="add del mod">
          <ac:chgData name="Lim Kelvin" userId="624f6ae12bb7b72b" providerId="LiveId" clId="{F1251028-0FAA-4340-88A2-7AF13CC6F143}" dt="2025-12-14T18:19:56.797" v="6229" actId="478"/>
          <ac:picMkLst>
            <pc:docMk/>
            <pc:sldMk cId="326597880" sldId="273"/>
            <ac:picMk id="12" creationId="{1518A07F-4536-4DF6-91EC-A70F54B0E11F}"/>
          </ac:picMkLst>
        </pc:picChg>
        <pc:picChg chg="add mod">
          <ac:chgData name="Lim Kelvin" userId="624f6ae12bb7b72b" providerId="LiveId" clId="{F1251028-0FAA-4340-88A2-7AF13CC6F143}" dt="2025-12-14T18:22:09.804" v="6260" actId="1076"/>
          <ac:picMkLst>
            <pc:docMk/>
            <pc:sldMk cId="326597880" sldId="273"/>
            <ac:picMk id="14" creationId="{394D0E8B-B53D-4CAB-B2AD-76AFCAD73294}"/>
          </ac:picMkLst>
        </pc:picChg>
        <pc:picChg chg="add mod">
          <ac:chgData name="Lim Kelvin" userId="624f6ae12bb7b72b" providerId="LiveId" clId="{F1251028-0FAA-4340-88A2-7AF13CC6F143}" dt="2025-12-14T18:19:26.462" v="6220" actId="1440"/>
          <ac:picMkLst>
            <pc:docMk/>
            <pc:sldMk cId="326597880" sldId="273"/>
            <ac:picMk id="18" creationId="{3C9EE4C5-2522-47DB-AB7A-E317BA0B5418}"/>
          </ac:picMkLst>
        </pc:picChg>
        <pc:picChg chg="add mod">
          <ac:chgData name="Lim Kelvin" userId="624f6ae12bb7b72b" providerId="LiveId" clId="{F1251028-0FAA-4340-88A2-7AF13CC6F143}" dt="2025-12-14T18:48:36.608" v="6667" actId="1076"/>
          <ac:picMkLst>
            <pc:docMk/>
            <pc:sldMk cId="326597880" sldId="273"/>
            <ac:picMk id="21" creationId="{2D79D677-2FA0-4C51-A112-33F7B5790F8F}"/>
          </ac:picMkLst>
        </pc:picChg>
        <pc:picChg chg="add mod modCrop">
          <ac:chgData name="Lim Kelvin" userId="624f6ae12bb7b72b" providerId="LiveId" clId="{F1251028-0FAA-4340-88A2-7AF13CC6F143}" dt="2025-12-14T18:21:41.174" v="6252" actId="1076"/>
          <ac:picMkLst>
            <pc:docMk/>
            <pc:sldMk cId="326597880" sldId="273"/>
            <ac:picMk id="32" creationId="{D9363736-46FF-4E14-9656-506CD4E044E1}"/>
          </ac:picMkLst>
        </pc:picChg>
        <pc:picChg chg="del">
          <ac:chgData name="Lim Kelvin" userId="624f6ae12bb7b72b" providerId="LiveId" clId="{F1251028-0FAA-4340-88A2-7AF13CC6F143}" dt="2025-12-14T18:09:36.745" v="5968" actId="478"/>
          <ac:picMkLst>
            <pc:docMk/>
            <pc:sldMk cId="326597880" sldId="273"/>
            <ac:picMk id="33" creationId="{04174EB1-20B5-4E50-BCBC-5B11F8742CD1}"/>
          </ac:picMkLst>
        </pc:picChg>
        <pc:picChg chg="del">
          <ac:chgData name="Lim Kelvin" userId="624f6ae12bb7b72b" providerId="LiveId" clId="{F1251028-0FAA-4340-88A2-7AF13CC6F143}" dt="2025-12-14T17:59:23.446" v="5957" actId="478"/>
          <ac:picMkLst>
            <pc:docMk/>
            <pc:sldMk cId="326597880" sldId="273"/>
            <ac:picMk id="38" creationId="{6E9F0EC2-2328-4E8D-BE35-6166A5D012EE}"/>
          </ac:picMkLst>
        </pc:picChg>
        <pc:picChg chg="del">
          <ac:chgData name="Lim Kelvin" userId="624f6ae12bb7b72b" providerId="LiveId" clId="{F1251028-0FAA-4340-88A2-7AF13CC6F143}" dt="2025-12-14T18:09:35.947" v="5966" actId="478"/>
          <ac:picMkLst>
            <pc:docMk/>
            <pc:sldMk cId="326597880" sldId="273"/>
            <ac:picMk id="42" creationId="{E2C1BFF9-4320-4B78-8A9B-6C2BA7CBD37E}"/>
          </ac:picMkLst>
        </pc:picChg>
        <pc:picChg chg="del">
          <ac:chgData name="Lim Kelvin" userId="624f6ae12bb7b72b" providerId="LiveId" clId="{F1251028-0FAA-4340-88A2-7AF13CC6F143}" dt="2025-12-14T18:09:36.216" v="5967" actId="478"/>
          <ac:picMkLst>
            <pc:docMk/>
            <pc:sldMk cId="326597880" sldId="273"/>
            <ac:picMk id="46" creationId="{911D15EB-8DD2-447A-9044-787E20F45C06}"/>
          </ac:picMkLst>
        </pc:picChg>
        <pc:picChg chg="del">
          <ac:chgData name="Lim Kelvin" userId="624f6ae12bb7b72b" providerId="LiveId" clId="{F1251028-0FAA-4340-88A2-7AF13CC6F143}" dt="2025-12-14T18:09:35.665" v="5965" actId="478"/>
          <ac:picMkLst>
            <pc:docMk/>
            <pc:sldMk cId="326597880" sldId="273"/>
            <ac:picMk id="50" creationId="{B3C0300B-2B13-42BB-A662-8513FA5FAFDE}"/>
          </ac:picMkLst>
        </pc:picChg>
        <pc:picChg chg="del">
          <ac:chgData name="Lim Kelvin" userId="624f6ae12bb7b72b" providerId="LiveId" clId="{F1251028-0FAA-4340-88A2-7AF13CC6F143}" dt="2025-12-14T18:09:37.171" v="5969" actId="478"/>
          <ac:picMkLst>
            <pc:docMk/>
            <pc:sldMk cId="326597880" sldId="273"/>
            <ac:picMk id="51" creationId="{EFA66498-A4C5-45BB-9333-B13DE3017A6A}"/>
          </ac:picMkLst>
        </pc:picChg>
        <pc:picChg chg="del">
          <ac:chgData name="Lim Kelvin" userId="624f6ae12bb7b72b" providerId="LiveId" clId="{F1251028-0FAA-4340-88A2-7AF13CC6F143}" dt="2025-12-14T18:09:37.589" v="5970" actId="478"/>
          <ac:picMkLst>
            <pc:docMk/>
            <pc:sldMk cId="326597880" sldId="273"/>
            <ac:picMk id="52" creationId="{155B4587-E27C-4E4A-9050-B245DB6E53DA}"/>
          </ac:picMkLst>
        </pc:picChg>
        <pc:picChg chg="del">
          <ac:chgData name="Lim Kelvin" userId="624f6ae12bb7b72b" providerId="LiveId" clId="{F1251028-0FAA-4340-88A2-7AF13CC6F143}" dt="2025-12-14T18:09:37.951" v="5971" actId="478"/>
          <ac:picMkLst>
            <pc:docMk/>
            <pc:sldMk cId="326597880" sldId="273"/>
            <ac:picMk id="65" creationId="{96E2816D-2097-499B-8DA1-4A33CA687480}"/>
          </ac:picMkLst>
        </pc:picChg>
        <pc:picChg chg="add mod">
          <ac:chgData name="Lim Kelvin" userId="624f6ae12bb7b72b" providerId="LiveId" clId="{F1251028-0FAA-4340-88A2-7AF13CC6F143}" dt="2025-12-14T18:19:53.307" v="6228" actId="1076"/>
          <ac:picMkLst>
            <pc:docMk/>
            <pc:sldMk cId="326597880" sldId="273"/>
            <ac:picMk id="76" creationId="{D6D4ABF7-256C-4F43-AC93-3AFA346A7822}"/>
          </ac:picMkLst>
        </pc:picChg>
        <pc:picChg chg="add mod">
          <ac:chgData name="Lim Kelvin" userId="624f6ae12bb7b72b" providerId="LiveId" clId="{F1251028-0FAA-4340-88A2-7AF13CC6F143}" dt="2025-12-14T18:20:04.490" v="6231" actId="1076"/>
          <ac:picMkLst>
            <pc:docMk/>
            <pc:sldMk cId="326597880" sldId="273"/>
            <ac:picMk id="88" creationId="{F8DD1872-F410-4B16-978E-60A60E8893FF}"/>
          </ac:picMkLst>
        </pc:picChg>
        <pc:picChg chg="add mod modCrop">
          <ac:chgData name="Lim Kelvin" userId="624f6ae12bb7b72b" providerId="LiveId" clId="{F1251028-0FAA-4340-88A2-7AF13CC6F143}" dt="2025-12-14T18:21:51.733" v="6255" actId="1076"/>
          <ac:picMkLst>
            <pc:docMk/>
            <pc:sldMk cId="326597880" sldId="273"/>
            <ac:picMk id="89" creationId="{E853B379-290C-4F0E-95AC-6EAA577EFFBE}"/>
          </ac:picMkLst>
        </pc:picChg>
        <pc:picChg chg="add mod modCrop">
          <ac:chgData name="Lim Kelvin" userId="624f6ae12bb7b72b" providerId="LiveId" clId="{F1251028-0FAA-4340-88A2-7AF13CC6F143}" dt="2025-12-14T18:22:05.869" v="6259" actId="1076"/>
          <ac:picMkLst>
            <pc:docMk/>
            <pc:sldMk cId="326597880" sldId="273"/>
            <ac:picMk id="90" creationId="{A50ADE91-BEB6-4938-B6E4-CD9182BC8814}"/>
          </ac:picMkLst>
        </pc:picChg>
        <pc:cxnChg chg="mod">
          <ac:chgData name="Lim Kelvin" userId="624f6ae12bb7b72b" providerId="LiveId" clId="{F1251028-0FAA-4340-88A2-7AF13CC6F143}" dt="2025-12-14T17:47:17.467" v="5776" actId="1076"/>
          <ac:cxnSpMkLst>
            <pc:docMk/>
            <pc:sldMk cId="326597880" sldId="273"/>
            <ac:cxnSpMk id="4" creationId="{AB851C5D-9E5B-4A89-8877-405FE7F1E5A5}"/>
          </ac:cxnSpMkLst>
        </pc:cxnChg>
        <pc:cxnChg chg="mod">
          <ac:chgData name="Lim Kelvin" userId="624f6ae12bb7b72b" providerId="LiveId" clId="{F1251028-0FAA-4340-88A2-7AF13CC6F143}" dt="2025-12-14T17:47:20.545" v="5777" actId="1076"/>
          <ac:cxnSpMkLst>
            <pc:docMk/>
            <pc:sldMk cId="326597880" sldId="273"/>
            <ac:cxnSpMk id="5" creationId="{A1E4674A-02BB-45A5-A9F0-404A4C510D2B}"/>
          </ac:cxnSpMkLst>
        </pc:cxnChg>
      </pc:sldChg>
      <pc:sldChg chg="modSp add del mod">
        <pc:chgData name="Lim Kelvin" userId="624f6ae12bb7b72b" providerId="LiveId" clId="{F1251028-0FAA-4340-88A2-7AF13CC6F143}" dt="2025-12-14T18:56:19.501" v="6749" actId="47"/>
        <pc:sldMkLst>
          <pc:docMk/>
          <pc:sldMk cId="1983376171" sldId="274"/>
        </pc:sldMkLst>
        <pc:spChg chg="mod">
          <ac:chgData name="Lim Kelvin" userId="624f6ae12bb7b72b" providerId="LiveId" clId="{F1251028-0FAA-4340-88A2-7AF13CC6F143}" dt="2025-12-14T18:56:14.117" v="6746" actId="20577"/>
          <ac:spMkLst>
            <pc:docMk/>
            <pc:sldMk cId="1983376171" sldId="274"/>
            <ac:spMk id="41" creationId="{9A943E66-356B-4F03-BBAC-99608EC00BD2}"/>
          </ac:spMkLst>
        </pc:spChg>
        <pc:spChg chg="mod">
          <ac:chgData name="Lim Kelvin" userId="624f6ae12bb7b72b" providerId="LiveId" clId="{F1251028-0FAA-4340-88A2-7AF13CC6F143}" dt="2025-12-14T18:56:17.387" v="6748" actId="20577"/>
          <ac:spMkLst>
            <pc:docMk/>
            <pc:sldMk cId="1983376171" sldId="274"/>
            <ac:spMk id="93" creationId="{9A96238C-DB21-4B55-A228-97324D3A2300}"/>
          </ac:spMkLst>
        </pc:spChg>
      </pc:sldChg>
      <pc:sldChg chg="addSp delSp modSp add mod">
        <pc:chgData name="Lim Kelvin" userId="624f6ae12bb7b72b" providerId="LiveId" clId="{F1251028-0FAA-4340-88A2-7AF13CC6F143}" dt="2025-12-15T07:34:05.524" v="10890" actId="1076"/>
        <pc:sldMkLst>
          <pc:docMk/>
          <pc:sldMk cId="3969984864" sldId="274"/>
        </pc:sldMkLst>
        <pc:spChg chg="mod">
          <ac:chgData name="Lim Kelvin" userId="624f6ae12bb7b72b" providerId="LiveId" clId="{F1251028-0FAA-4340-88A2-7AF13CC6F143}" dt="2025-12-14T19:14:22.766" v="6975" actId="14100"/>
          <ac:spMkLst>
            <pc:docMk/>
            <pc:sldMk cId="3969984864" sldId="274"/>
            <ac:spMk id="8" creationId="{DCF0DE90-E2E2-417D-95FB-7F5B24BD7277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10" creationId="{536166A1-1BD0-4E0B-A8F0-4866AAE91177}"/>
          </ac:spMkLst>
        </pc:spChg>
        <pc:spChg chg="mod">
          <ac:chgData name="Lim Kelvin" userId="624f6ae12bb7b72b" providerId="LiveId" clId="{F1251028-0FAA-4340-88A2-7AF13CC6F143}" dt="2025-12-15T07:33:30.839" v="10881" actId="1076"/>
          <ac:spMkLst>
            <pc:docMk/>
            <pc:sldMk cId="3969984864" sldId="274"/>
            <ac:spMk id="15" creationId="{139D08DE-A1A7-4B32-9787-20BFF25C3A67}"/>
          </ac:spMkLst>
        </pc:spChg>
        <pc:spChg chg="mod">
          <ac:chgData name="Lim Kelvin" userId="624f6ae12bb7b72b" providerId="LiveId" clId="{F1251028-0FAA-4340-88A2-7AF13CC6F143}" dt="2025-12-14T19:17:57.931" v="7024" actId="20577"/>
          <ac:spMkLst>
            <pc:docMk/>
            <pc:sldMk cId="3969984864" sldId="274"/>
            <ac:spMk id="16" creationId="{47060DF4-79B0-48CF-A916-FF7BC3DEED04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20" creationId="{22D1BC6F-957D-4A1C-96F0-F3A89643A766}"/>
          </ac:spMkLst>
        </pc:spChg>
        <pc:spChg chg="mod">
          <ac:chgData name="Lim Kelvin" userId="624f6ae12bb7b72b" providerId="LiveId" clId="{F1251028-0FAA-4340-88A2-7AF13CC6F143}" dt="2025-12-15T07:34:01.830" v="10889" actId="1076"/>
          <ac:spMkLst>
            <pc:docMk/>
            <pc:sldMk cId="3969984864" sldId="274"/>
            <ac:spMk id="23" creationId="{E71A1904-EAD6-496A-83D9-B23AD7B7982F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24" creationId="{4BF50F0C-FDAD-45EC-B2B1-9F083D823100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25" creationId="{DB477390-0C18-44AA-9A65-2285F182B36E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26" creationId="{B65570F7-8758-4C5D-9376-383EA9A301E4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27" creationId="{9B7CA938-D194-4CBB-867C-D96DD3CFA8BD}"/>
          </ac:spMkLst>
        </pc:spChg>
        <pc:spChg chg="mod">
          <ac:chgData name="Lim Kelvin" userId="624f6ae12bb7b72b" providerId="LiveId" clId="{F1251028-0FAA-4340-88A2-7AF13CC6F143}" dt="2025-12-15T07:33:58.167" v="10888" actId="1076"/>
          <ac:spMkLst>
            <pc:docMk/>
            <pc:sldMk cId="3969984864" sldId="274"/>
            <ac:spMk id="28" creationId="{00142720-697B-47F2-BB6F-3704FC28F06A}"/>
          </ac:spMkLst>
        </pc:spChg>
        <pc:spChg chg="mod">
          <ac:chgData name="Lim Kelvin" userId="624f6ae12bb7b72b" providerId="LiveId" clId="{F1251028-0FAA-4340-88A2-7AF13CC6F143}" dt="2025-12-15T07:34:05.524" v="10890" actId="1076"/>
          <ac:spMkLst>
            <pc:docMk/>
            <pc:sldMk cId="3969984864" sldId="274"/>
            <ac:spMk id="29" creationId="{86655C0F-1360-4AE8-936E-4EFE0CA403C5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30" creationId="{583C7106-F499-41F5-A10B-8A42D8978EE6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31" creationId="{06AF9E96-B9D4-4803-B5F0-CD92EB49B902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39" creationId="{C488BD8D-54FA-4314-8F5E-A275995BC469}"/>
          </ac:spMkLst>
        </pc:spChg>
        <pc:spChg chg="mod">
          <ac:chgData name="Lim Kelvin" userId="624f6ae12bb7b72b" providerId="LiveId" clId="{F1251028-0FAA-4340-88A2-7AF13CC6F143}" dt="2025-12-15T07:33:45.247" v="10884" actId="1076"/>
          <ac:spMkLst>
            <pc:docMk/>
            <pc:sldMk cId="3969984864" sldId="274"/>
            <ac:spMk id="40" creationId="{78701637-8657-4770-844A-CCF1BEF14E4F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41" creationId="{9A943E66-356B-4F03-BBAC-99608EC00BD2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43" creationId="{BF4E41FA-E469-4DD6-A96D-135ABCD1F9B1}"/>
          </ac:spMkLst>
        </pc:spChg>
        <pc:spChg chg="mod">
          <ac:chgData name="Lim Kelvin" userId="624f6ae12bb7b72b" providerId="LiveId" clId="{F1251028-0FAA-4340-88A2-7AF13CC6F143}" dt="2025-12-15T07:33:51.797" v="10886" actId="1076"/>
          <ac:spMkLst>
            <pc:docMk/>
            <pc:sldMk cId="3969984864" sldId="274"/>
            <ac:spMk id="44" creationId="{0AB781D4-C59E-4D64-9CFD-ED4FFAAF97FE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45" creationId="{913476BB-E259-41FA-A251-D85717ADB947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47" creationId="{EBBD889B-7AF6-4BD3-A958-988F737FCE90}"/>
          </ac:spMkLst>
        </pc:spChg>
        <pc:spChg chg="mod">
          <ac:chgData name="Lim Kelvin" userId="624f6ae12bb7b72b" providerId="LiveId" clId="{F1251028-0FAA-4340-88A2-7AF13CC6F143}" dt="2025-12-15T07:33:48.353" v="10885" actId="1076"/>
          <ac:spMkLst>
            <pc:docMk/>
            <pc:sldMk cId="3969984864" sldId="274"/>
            <ac:spMk id="48" creationId="{385A70C8-D44F-4F96-B5C1-26536AD36697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49" creationId="{3D23A588-FE7B-4154-AAB5-05FEBE051310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53" creationId="{085280C5-3946-4371-ABF3-42E1565C577A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54" creationId="{74CE2C81-4C92-4519-A995-1E4801DFFB4F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55" creationId="{79834ABE-DFA5-40BA-97F1-476CCF20B6C2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56" creationId="{17583CEE-43EF-44E8-B0C5-DEEE0E112460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59" creationId="{0ED0ACA4-A7B8-4E2B-AAAE-DD80A02068B6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60" creationId="{7EEDB521-36C5-4580-B88F-78C1596EF66B}"/>
          </ac:spMkLst>
        </pc:spChg>
        <pc:spChg chg="mod">
          <ac:chgData name="Lim Kelvin" userId="624f6ae12bb7b72b" providerId="LiveId" clId="{F1251028-0FAA-4340-88A2-7AF13CC6F143}" dt="2025-12-15T07:18:34.547" v="10797" actId="1076"/>
          <ac:spMkLst>
            <pc:docMk/>
            <pc:sldMk cId="3969984864" sldId="274"/>
            <ac:spMk id="61" creationId="{ADC8F4CA-A0CC-486C-8739-346FFE4CFB03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62" creationId="{E8D41526-D023-405C-9776-1424F9056F26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63" creationId="{CC122B85-4D3D-435A-B040-CF3DA2B5A7D4}"/>
          </ac:spMkLst>
        </pc:spChg>
        <pc:spChg chg="mod">
          <ac:chgData name="Lim Kelvin" userId="624f6ae12bb7b72b" providerId="LiveId" clId="{F1251028-0FAA-4340-88A2-7AF13CC6F143}" dt="2025-12-14T19:14:22.436" v="6973" actId="1076"/>
          <ac:spMkLst>
            <pc:docMk/>
            <pc:sldMk cId="3969984864" sldId="274"/>
            <ac:spMk id="66" creationId="{6CE98C47-BFCB-4FAA-9E82-E864346245B0}"/>
          </ac:spMkLst>
        </pc:spChg>
        <pc:spChg chg="mod">
          <ac:chgData name="Lim Kelvin" userId="624f6ae12bb7b72b" providerId="LiveId" clId="{F1251028-0FAA-4340-88A2-7AF13CC6F143}" dt="2025-12-14T19:14:22.436" v="6973" actId="1076"/>
          <ac:spMkLst>
            <pc:docMk/>
            <pc:sldMk cId="3969984864" sldId="274"/>
            <ac:spMk id="67" creationId="{5D92F12C-5C65-4995-823D-FEBC963E93F1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68" creationId="{50ACBE2A-B87D-40C2-9FC6-3763F4F3A6E3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69" creationId="{1080F7DF-F017-4A4B-AF82-1EF5756E3DD3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70" creationId="{8421B772-B752-48C0-9F7D-DB04B1A416E7}"/>
          </ac:spMkLst>
        </pc:spChg>
        <pc:spChg chg="mod">
          <ac:chgData name="Lim Kelvin" userId="624f6ae12bb7b72b" providerId="LiveId" clId="{F1251028-0FAA-4340-88A2-7AF13CC6F143}" dt="2025-12-15T07:14:06.306" v="10770" actId="14100"/>
          <ac:spMkLst>
            <pc:docMk/>
            <pc:sldMk cId="3969984864" sldId="274"/>
            <ac:spMk id="71" creationId="{32026C85-9D4A-4EDF-ADC0-812502B65EC9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72" creationId="{BA48DE01-B20B-491C-8F44-A8E0C38902E2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73" creationId="{6D878FC2-9AD4-438E-84B6-A8B939E6321A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74" creationId="{F01E6B7D-D63E-4562-B237-C7E575458B7B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75" creationId="{9E5A7442-E619-4F3B-B8C0-C064B719EC7A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77" creationId="{8EE2C2F3-F202-4DDD-BAC5-06114FD11145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78" creationId="{9F372F88-0947-4190-8C56-AC0D02ED373B}"/>
          </ac:spMkLst>
        </pc:spChg>
        <pc:spChg chg="mod ord">
          <ac:chgData name="Lim Kelvin" userId="624f6ae12bb7b72b" providerId="LiveId" clId="{F1251028-0FAA-4340-88A2-7AF13CC6F143}" dt="2025-12-15T07:32:49.229" v="10878" actId="170"/>
          <ac:spMkLst>
            <pc:docMk/>
            <pc:sldMk cId="3969984864" sldId="274"/>
            <ac:spMk id="79" creationId="{4929964A-4BA7-4C6D-BD84-8CDA1DDA7EE5}"/>
          </ac:spMkLst>
        </pc:spChg>
        <pc:spChg chg="mod">
          <ac:chgData name="Lim Kelvin" userId="624f6ae12bb7b72b" providerId="LiveId" clId="{F1251028-0FAA-4340-88A2-7AF13CC6F143}" dt="2025-12-15T07:18:24.834" v="10795" actId="1076"/>
          <ac:spMkLst>
            <pc:docMk/>
            <pc:sldMk cId="3969984864" sldId="274"/>
            <ac:spMk id="80" creationId="{CE30802F-E691-43A4-AF4B-20EAE5AC89CC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81" creationId="{917B56D8-8050-4F7A-8D44-D1C401FD7F91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82" creationId="{B4AA4DF8-85D9-46A1-958F-BFCA529722F9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83" creationId="{55E16638-AE1C-49EE-87B1-C45AD5E87461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84" creationId="{6768576F-E143-46F7-B923-38FC9CFE4B9A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85" creationId="{53B89264-48CC-469F-B9E7-EFD3DA2917DD}"/>
          </ac:spMkLst>
        </pc:spChg>
        <pc:spChg chg="del mod">
          <ac:chgData name="Lim Kelvin" userId="624f6ae12bb7b72b" providerId="LiveId" clId="{F1251028-0FAA-4340-88A2-7AF13CC6F143}" dt="2025-12-15T07:31:50.387" v="10856" actId="478"/>
          <ac:spMkLst>
            <pc:docMk/>
            <pc:sldMk cId="3969984864" sldId="274"/>
            <ac:spMk id="86" creationId="{6CCD4A2C-9C21-4E16-BF04-1028AEE19B79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87" creationId="{D521C079-6158-4311-8BC6-0A054071E7B9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91" creationId="{DE4E0C35-292F-4657-A73E-3F5D958F8926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92" creationId="{2D0D0020-3394-44D8-B389-2F3E9EAC5508}"/>
          </ac:spMkLst>
        </pc:spChg>
        <pc:spChg chg="mod">
          <ac:chgData name="Lim Kelvin" userId="624f6ae12bb7b72b" providerId="LiveId" clId="{F1251028-0FAA-4340-88A2-7AF13CC6F143}" dt="2025-12-14T19:07:47.932" v="6905" actId="20577"/>
          <ac:spMkLst>
            <pc:docMk/>
            <pc:sldMk cId="3969984864" sldId="274"/>
            <ac:spMk id="93" creationId="{9A96238C-DB21-4B55-A228-97324D3A2300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94" creationId="{589033CE-DB8D-48B1-807D-10730AAB800B}"/>
          </ac:spMkLst>
        </pc:spChg>
        <pc:spChg chg="add mod">
          <ac:chgData name="Lim Kelvin" userId="624f6ae12bb7b72b" providerId="LiveId" clId="{F1251028-0FAA-4340-88A2-7AF13CC6F143}" dt="2025-12-14T19:29:07.507" v="7262" actId="1076"/>
          <ac:spMkLst>
            <pc:docMk/>
            <pc:sldMk cId="3969984864" sldId="274"/>
            <ac:spMk id="95" creationId="{E62B3DE1-F58B-4D26-B227-8D8733B76CA6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96" creationId="{365A16AE-77DD-4FCB-A5B0-EBADE000B297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97" creationId="{2DEAFC1D-DCF6-4EA6-A30E-072FB21AEDB7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98" creationId="{126E4554-98D4-464F-88C5-56D57C7F06CD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99" creationId="{EEE5DA3A-38E2-4056-A691-0359AE81B6C7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100" creationId="{2F21AC43-A7AC-4B3E-B2CD-F1697033229E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101" creationId="{51D91951-225A-4626-BBD6-E050E6967F8B}"/>
          </ac:spMkLst>
        </pc:spChg>
        <pc:spChg chg="mod">
          <ac:chgData name="Lim Kelvin" userId="624f6ae12bb7b72b" providerId="LiveId" clId="{F1251028-0FAA-4340-88A2-7AF13CC6F143}" dt="2025-12-14T19:14:22.399" v="6972" actId="1076"/>
          <ac:spMkLst>
            <pc:docMk/>
            <pc:sldMk cId="3969984864" sldId="274"/>
            <ac:spMk id="102" creationId="{74F9A9A2-955C-4DF4-A9EE-EDF2784F715D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03" creationId="{92EED8F7-116E-415E-B975-8C8957524AAF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04" creationId="{D538A39E-D486-41A5-993A-FFFD1C8C4354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05" creationId="{089FE6A4-7DF6-409D-989F-736A9FD04E41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06" creationId="{2E0FC3AC-9B25-4CE0-A90D-FDF0DE0470DA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07" creationId="{29D16B8C-4C34-4D70-B722-1A965BB3ADB4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08" creationId="{43DEBA09-471D-4073-9819-DBF99780073B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09" creationId="{661937C5-FD13-4800-919E-C26C2BCE5312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10" creationId="{12EE0A38-8431-49A7-9D1E-0C4A237ACCD6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11" creationId="{E6D12E3F-C781-4D1C-AD11-C84F84438BBC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12" creationId="{C016E5F9-DDA7-4B88-821E-4B8BC3D8EB3C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13" creationId="{B1FC17BE-1BD1-4070-92CB-3D275B2CBDCD}"/>
          </ac:spMkLst>
        </pc:spChg>
        <pc:spChg chg="add del mod">
          <ac:chgData name="Lim Kelvin" userId="624f6ae12bb7b72b" providerId="LiveId" clId="{F1251028-0FAA-4340-88A2-7AF13CC6F143}" dt="2025-12-15T07:31:35.327" v="10855"/>
          <ac:spMkLst>
            <pc:docMk/>
            <pc:sldMk cId="3969984864" sldId="274"/>
            <ac:spMk id="114" creationId="{17D3FBE5-182A-409C-971E-19132484C8F9}"/>
          </ac:spMkLst>
        </pc:spChg>
        <pc:spChg chg="add mod ord">
          <ac:chgData name="Lim Kelvin" userId="624f6ae12bb7b72b" providerId="LiveId" clId="{F1251028-0FAA-4340-88A2-7AF13CC6F143}" dt="2025-12-15T07:32:49.229" v="10878" actId="170"/>
          <ac:spMkLst>
            <pc:docMk/>
            <pc:sldMk cId="3969984864" sldId="274"/>
            <ac:spMk id="115" creationId="{B4E57A5B-6EC1-4BCB-8543-A3A2C9232F8E}"/>
          </ac:spMkLst>
        </pc:spChg>
        <pc:spChg chg="add mod ord">
          <ac:chgData name="Lim Kelvin" userId="624f6ae12bb7b72b" providerId="LiveId" clId="{F1251028-0FAA-4340-88A2-7AF13CC6F143}" dt="2025-12-15T07:32:49.229" v="10878" actId="170"/>
          <ac:spMkLst>
            <pc:docMk/>
            <pc:sldMk cId="3969984864" sldId="274"/>
            <ac:spMk id="116" creationId="{AD93D8B9-C264-43AE-AAA4-639606615B4B}"/>
          </ac:spMkLst>
        </pc:spChg>
        <pc:spChg chg="add mod ord">
          <ac:chgData name="Lim Kelvin" userId="624f6ae12bb7b72b" providerId="LiveId" clId="{F1251028-0FAA-4340-88A2-7AF13CC6F143}" dt="2025-12-15T07:32:49.229" v="10878" actId="170"/>
          <ac:spMkLst>
            <pc:docMk/>
            <pc:sldMk cId="3969984864" sldId="274"/>
            <ac:spMk id="117" creationId="{9406692E-F015-473D-B751-5834487CE456}"/>
          </ac:spMkLst>
        </pc:spChg>
        <pc:spChg chg="add mod ord">
          <ac:chgData name="Lim Kelvin" userId="624f6ae12bb7b72b" providerId="LiveId" clId="{F1251028-0FAA-4340-88A2-7AF13CC6F143}" dt="2025-12-15T07:32:49.229" v="10878" actId="170"/>
          <ac:spMkLst>
            <pc:docMk/>
            <pc:sldMk cId="3969984864" sldId="274"/>
            <ac:spMk id="118" creationId="{CBB216F3-4E44-47F2-B81E-37B0F336B051}"/>
          </ac:spMkLst>
        </pc:spChg>
        <pc:spChg chg="add mod ord">
          <ac:chgData name="Lim Kelvin" userId="624f6ae12bb7b72b" providerId="LiveId" clId="{F1251028-0FAA-4340-88A2-7AF13CC6F143}" dt="2025-12-15T07:32:49.229" v="10878" actId="170"/>
          <ac:spMkLst>
            <pc:docMk/>
            <pc:sldMk cId="3969984864" sldId="274"/>
            <ac:spMk id="119" creationId="{FE8DD10B-B7C8-4792-9109-79468876962F}"/>
          </ac:spMkLst>
        </pc:spChg>
        <pc:spChg chg="add mod ord">
          <ac:chgData name="Lim Kelvin" userId="624f6ae12bb7b72b" providerId="LiveId" clId="{F1251028-0FAA-4340-88A2-7AF13CC6F143}" dt="2025-12-15T07:32:49.229" v="10878" actId="170"/>
          <ac:spMkLst>
            <pc:docMk/>
            <pc:sldMk cId="3969984864" sldId="274"/>
            <ac:spMk id="120" creationId="{6FDE4F5F-6E06-4C1D-9C43-E3B95FF26E3C}"/>
          </ac:spMkLst>
        </pc:spChg>
        <pc:spChg chg="add mod">
          <ac:chgData name="Lim Kelvin" userId="624f6ae12bb7b72b" providerId="LiveId" clId="{F1251028-0FAA-4340-88A2-7AF13CC6F143}" dt="2025-12-15T07:32:19.517" v="10859" actId="1076"/>
          <ac:spMkLst>
            <pc:docMk/>
            <pc:sldMk cId="3969984864" sldId="274"/>
            <ac:spMk id="121" creationId="{CC24958A-9F23-4DC5-8360-ECEACB2CBE16}"/>
          </ac:spMkLst>
        </pc:spChg>
        <pc:spChg chg="add mod">
          <ac:chgData name="Lim Kelvin" userId="624f6ae12bb7b72b" providerId="LiveId" clId="{F1251028-0FAA-4340-88A2-7AF13CC6F143}" dt="2025-12-15T07:32:19.517" v="10859" actId="1076"/>
          <ac:spMkLst>
            <pc:docMk/>
            <pc:sldMk cId="3969984864" sldId="274"/>
            <ac:spMk id="122" creationId="{4F40FE7A-EDD9-44AC-8F8B-63552C35F133}"/>
          </ac:spMkLst>
        </pc:spChg>
        <pc:spChg chg="add mod">
          <ac:chgData name="Lim Kelvin" userId="624f6ae12bb7b72b" providerId="LiveId" clId="{F1251028-0FAA-4340-88A2-7AF13CC6F143}" dt="2025-12-15T07:32:19.517" v="10859" actId="1076"/>
          <ac:spMkLst>
            <pc:docMk/>
            <pc:sldMk cId="3969984864" sldId="274"/>
            <ac:spMk id="123" creationId="{7D76F388-7252-4AA1-A144-B8B2BE2CA99A}"/>
          </ac:spMkLst>
        </pc:spChg>
        <pc:spChg chg="add mod">
          <ac:chgData name="Lim Kelvin" userId="624f6ae12bb7b72b" providerId="LiveId" clId="{F1251028-0FAA-4340-88A2-7AF13CC6F143}" dt="2025-12-15T07:32:19.517" v="10859" actId="1076"/>
          <ac:spMkLst>
            <pc:docMk/>
            <pc:sldMk cId="3969984864" sldId="274"/>
            <ac:spMk id="124" creationId="{F93F23EE-4380-44EB-9019-143C7F51EFB1}"/>
          </ac:spMkLst>
        </pc:spChg>
        <pc:spChg chg="add mod">
          <ac:chgData name="Lim Kelvin" userId="624f6ae12bb7b72b" providerId="LiveId" clId="{F1251028-0FAA-4340-88A2-7AF13CC6F143}" dt="2025-12-15T07:32:19.517" v="10859" actId="1076"/>
          <ac:spMkLst>
            <pc:docMk/>
            <pc:sldMk cId="3969984864" sldId="274"/>
            <ac:spMk id="125" creationId="{20FA7090-932B-4CF5-AA4C-30A783DAA967}"/>
          </ac:spMkLst>
        </pc:spChg>
        <pc:spChg chg="add mod">
          <ac:chgData name="Lim Kelvin" userId="624f6ae12bb7b72b" providerId="LiveId" clId="{F1251028-0FAA-4340-88A2-7AF13CC6F143}" dt="2025-12-15T07:32:19.517" v="10859" actId="1076"/>
          <ac:spMkLst>
            <pc:docMk/>
            <pc:sldMk cId="3969984864" sldId="274"/>
            <ac:spMk id="126" creationId="{3347DE57-C691-47E1-B6B0-2CA5B6CD3049}"/>
          </ac:spMkLst>
        </pc:spChg>
        <pc:picChg chg="mod">
          <ac:chgData name="Lim Kelvin" userId="624f6ae12bb7b72b" providerId="LiveId" clId="{F1251028-0FAA-4340-88A2-7AF13CC6F143}" dt="2025-12-14T19:14:22.399" v="6972" actId="1076"/>
          <ac:picMkLst>
            <pc:docMk/>
            <pc:sldMk cId="3969984864" sldId="274"/>
            <ac:picMk id="14" creationId="{394D0E8B-B53D-4CAB-B2AD-76AFCAD73294}"/>
          </ac:picMkLst>
        </pc:picChg>
        <pc:picChg chg="mod">
          <ac:chgData name="Lim Kelvin" userId="624f6ae12bb7b72b" providerId="LiveId" clId="{F1251028-0FAA-4340-88A2-7AF13CC6F143}" dt="2025-12-14T19:14:22.399" v="6972" actId="1076"/>
          <ac:picMkLst>
            <pc:docMk/>
            <pc:sldMk cId="3969984864" sldId="274"/>
            <ac:picMk id="18" creationId="{3C9EE4C5-2522-47DB-AB7A-E317BA0B5418}"/>
          </ac:picMkLst>
        </pc:picChg>
        <pc:picChg chg="mod">
          <ac:chgData name="Lim Kelvin" userId="624f6ae12bb7b72b" providerId="LiveId" clId="{F1251028-0FAA-4340-88A2-7AF13CC6F143}" dt="2025-12-14T19:14:22.399" v="6972" actId="1076"/>
          <ac:picMkLst>
            <pc:docMk/>
            <pc:sldMk cId="3969984864" sldId="274"/>
            <ac:picMk id="21" creationId="{2D79D677-2FA0-4C51-A112-33F7B5790F8F}"/>
          </ac:picMkLst>
        </pc:picChg>
        <pc:picChg chg="mod">
          <ac:chgData name="Lim Kelvin" userId="624f6ae12bb7b72b" providerId="LiveId" clId="{F1251028-0FAA-4340-88A2-7AF13CC6F143}" dt="2025-12-14T19:14:22.399" v="6972" actId="1076"/>
          <ac:picMkLst>
            <pc:docMk/>
            <pc:sldMk cId="3969984864" sldId="274"/>
            <ac:picMk id="32" creationId="{D9363736-46FF-4E14-9656-506CD4E044E1}"/>
          </ac:picMkLst>
        </pc:picChg>
        <pc:picChg chg="mod">
          <ac:chgData name="Lim Kelvin" userId="624f6ae12bb7b72b" providerId="LiveId" clId="{F1251028-0FAA-4340-88A2-7AF13CC6F143}" dt="2025-12-14T19:14:22.399" v="6972" actId="1076"/>
          <ac:picMkLst>
            <pc:docMk/>
            <pc:sldMk cId="3969984864" sldId="274"/>
            <ac:picMk id="76" creationId="{D6D4ABF7-256C-4F43-AC93-3AFA346A7822}"/>
          </ac:picMkLst>
        </pc:picChg>
        <pc:picChg chg="mod">
          <ac:chgData name="Lim Kelvin" userId="624f6ae12bb7b72b" providerId="LiveId" clId="{F1251028-0FAA-4340-88A2-7AF13CC6F143}" dt="2025-12-14T19:14:22.399" v="6972" actId="1076"/>
          <ac:picMkLst>
            <pc:docMk/>
            <pc:sldMk cId="3969984864" sldId="274"/>
            <ac:picMk id="88" creationId="{F8DD1872-F410-4B16-978E-60A60E8893FF}"/>
          </ac:picMkLst>
        </pc:picChg>
        <pc:picChg chg="mod">
          <ac:chgData name="Lim Kelvin" userId="624f6ae12bb7b72b" providerId="LiveId" clId="{F1251028-0FAA-4340-88A2-7AF13CC6F143}" dt="2025-12-14T19:14:22.399" v="6972" actId="1076"/>
          <ac:picMkLst>
            <pc:docMk/>
            <pc:sldMk cId="3969984864" sldId="274"/>
            <ac:picMk id="89" creationId="{E853B379-290C-4F0E-95AC-6EAA577EFFBE}"/>
          </ac:picMkLst>
        </pc:picChg>
        <pc:picChg chg="mod">
          <ac:chgData name="Lim Kelvin" userId="624f6ae12bb7b72b" providerId="LiveId" clId="{F1251028-0FAA-4340-88A2-7AF13CC6F143}" dt="2025-12-14T19:14:22.399" v="6972" actId="1076"/>
          <ac:picMkLst>
            <pc:docMk/>
            <pc:sldMk cId="3969984864" sldId="274"/>
            <ac:picMk id="90" creationId="{A50ADE91-BEB6-4938-B6E4-CD9182BC8814}"/>
          </ac:picMkLst>
        </pc:picChg>
      </pc:sldChg>
      <pc:sldChg chg="add del">
        <pc:chgData name="Lim Kelvin" userId="624f6ae12bb7b72b" providerId="LiveId" clId="{F1251028-0FAA-4340-88A2-7AF13CC6F143}" dt="2025-12-14T19:14:21.021" v="6967" actId="2890"/>
        <pc:sldMkLst>
          <pc:docMk/>
          <pc:sldMk cId="1417556698" sldId="275"/>
        </pc:sldMkLst>
      </pc:sldChg>
      <pc:sldChg chg="add del">
        <pc:chgData name="Lim Kelvin" userId="624f6ae12bb7b72b" providerId="LiveId" clId="{F1251028-0FAA-4340-88A2-7AF13CC6F143}" dt="2025-12-14T19:13:09.983" v="6957" actId="2890"/>
        <pc:sldMkLst>
          <pc:docMk/>
          <pc:sldMk cId="2105741313" sldId="275"/>
        </pc:sldMkLst>
      </pc:sldChg>
      <pc:sldChg chg="addSp delSp modSp add mod ord">
        <pc:chgData name="Lim Kelvin" userId="624f6ae12bb7b72b" providerId="LiveId" clId="{F1251028-0FAA-4340-88A2-7AF13CC6F143}" dt="2025-12-15T07:29:15.011" v="10851" actId="1076"/>
        <pc:sldMkLst>
          <pc:docMk/>
          <pc:sldMk cId="4228549655" sldId="275"/>
        </pc:sldMkLst>
        <pc:spChg chg="mod">
          <ac:chgData name="Lim Kelvin" userId="624f6ae12bb7b72b" providerId="LiveId" clId="{F1251028-0FAA-4340-88A2-7AF13CC6F143}" dt="2025-12-14T19:16:10.701" v="6997" actId="14100"/>
          <ac:spMkLst>
            <pc:docMk/>
            <pc:sldMk cId="4228549655" sldId="275"/>
            <ac:spMk id="8" creationId="{DCF0DE90-E2E2-417D-95FB-7F5B24BD7277}"/>
          </ac:spMkLst>
        </pc:spChg>
        <pc:spChg chg="mod">
          <ac:chgData name="Lim Kelvin" userId="624f6ae12bb7b72b" providerId="LiveId" clId="{F1251028-0FAA-4340-88A2-7AF13CC6F143}" dt="2025-12-14T19:17:55.301" v="7023" actId="20577"/>
          <ac:spMkLst>
            <pc:docMk/>
            <pc:sldMk cId="4228549655" sldId="275"/>
            <ac:spMk id="16" creationId="{47060DF4-79B0-48CF-A916-FF7BC3DEED04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23" creationId="{E71A1904-EAD6-496A-83D9-B23AD7B7982F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28" creationId="{00142720-697B-47F2-BB6F-3704FC28F06A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29" creationId="{86655C0F-1360-4AE8-936E-4EFE0CA403C5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40" creationId="{78701637-8657-4770-844A-CCF1BEF14E4F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44" creationId="{0AB781D4-C59E-4D64-9CFD-ED4FFAAF97FE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48" creationId="{385A70C8-D44F-4F96-B5C1-26536AD36697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61" creationId="{ADC8F4CA-A0CC-486C-8739-346FFE4CFB03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72" creationId="{BA48DE01-B20B-491C-8F44-A8E0C38902E2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73" creationId="{6D878FC2-9AD4-438E-84B6-A8B939E6321A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74" creationId="{F01E6B7D-D63E-4562-B237-C7E575458B7B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75" creationId="{9E5A7442-E619-4F3B-B8C0-C064B719EC7A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77" creationId="{8EE2C2F3-F202-4DDD-BAC5-06114FD11145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78" creationId="{9F372F88-0947-4190-8C56-AC0D02ED373B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79" creationId="{4929964A-4BA7-4C6D-BD84-8CDA1DDA7EE5}"/>
          </ac:spMkLst>
        </pc:spChg>
        <pc:spChg chg="del mod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80" creationId="{CE30802F-E691-43A4-AF4B-20EAE5AC89CC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81" creationId="{917B56D8-8050-4F7A-8D44-D1C401FD7F91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82" creationId="{B4AA4DF8-85D9-46A1-958F-BFCA529722F9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83" creationId="{55E16638-AE1C-49EE-87B1-C45AD5E87461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84" creationId="{6768576F-E143-46F7-B923-38FC9CFE4B9A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85" creationId="{53B89264-48CC-469F-B9E7-EFD3DA2917DD}"/>
          </ac:spMkLst>
        </pc:spChg>
        <pc:spChg chg="del">
          <ac:chgData name="Lim Kelvin" userId="624f6ae12bb7b72b" providerId="LiveId" clId="{F1251028-0FAA-4340-88A2-7AF13CC6F143}" dt="2025-12-15T07:22:56.153" v="10798" actId="478"/>
          <ac:spMkLst>
            <pc:docMk/>
            <pc:sldMk cId="4228549655" sldId="275"/>
            <ac:spMk id="86" creationId="{6CCD4A2C-9C21-4E16-BF04-1028AEE19B79}"/>
          </ac:spMkLst>
        </pc:spChg>
        <pc:spChg chg="add mod">
          <ac:chgData name="Lim Kelvin" userId="624f6ae12bb7b72b" providerId="LiveId" clId="{F1251028-0FAA-4340-88A2-7AF13CC6F143}" dt="2025-12-14T19:17:53.243" v="7022" actId="20577"/>
          <ac:spMkLst>
            <pc:docMk/>
            <pc:sldMk cId="4228549655" sldId="275"/>
            <ac:spMk id="95" creationId="{A047D552-B04A-460F-BF53-82F340295D0A}"/>
          </ac:spMkLst>
        </pc:spChg>
        <pc:spChg chg="add mod">
          <ac:chgData name="Lim Kelvin" userId="624f6ae12bb7b72b" providerId="LiveId" clId="{F1251028-0FAA-4340-88A2-7AF13CC6F143}" dt="2025-12-14T19:17:26.805" v="7008" actId="1076"/>
          <ac:spMkLst>
            <pc:docMk/>
            <pc:sldMk cId="4228549655" sldId="275"/>
            <ac:spMk id="103" creationId="{847E2F48-E7BA-4C18-8377-A7377CD543FE}"/>
          </ac:spMkLst>
        </pc:spChg>
        <pc:spChg chg="add mod">
          <ac:chgData name="Lim Kelvin" userId="624f6ae12bb7b72b" providerId="LiveId" clId="{F1251028-0FAA-4340-88A2-7AF13CC6F143}" dt="2025-12-15T07:26:40.602" v="10823" actId="14100"/>
          <ac:spMkLst>
            <pc:docMk/>
            <pc:sldMk cId="4228549655" sldId="275"/>
            <ac:spMk id="104" creationId="{6DB81B33-48BE-4118-AE71-77A158503A44}"/>
          </ac:spMkLst>
        </pc:spChg>
        <pc:spChg chg="add mod">
          <ac:chgData name="Lim Kelvin" userId="624f6ae12bb7b72b" providerId="LiveId" clId="{F1251028-0FAA-4340-88A2-7AF13CC6F143}" dt="2025-12-15T07:26:45.553" v="10824" actId="1076"/>
          <ac:spMkLst>
            <pc:docMk/>
            <pc:sldMk cId="4228549655" sldId="275"/>
            <ac:spMk id="105" creationId="{880415DC-0953-4B99-AB6B-FDC4D19C5E90}"/>
          </ac:spMkLst>
        </pc:spChg>
        <pc:spChg chg="add mod">
          <ac:chgData name="Lim Kelvin" userId="624f6ae12bb7b72b" providerId="LiveId" clId="{F1251028-0FAA-4340-88A2-7AF13CC6F143}" dt="2025-12-14T19:17:26.805" v="7008" actId="1076"/>
          <ac:spMkLst>
            <pc:docMk/>
            <pc:sldMk cId="4228549655" sldId="275"/>
            <ac:spMk id="106" creationId="{5F8F9B41-D5C9-487E-AEAA-B167D33256A7}"/>
          </ac:spMkLst>
        </pc:spChg>
        <pc:spChg chg="add mod">
          <ac:chgData name="Lim Kelvin" userId="624f6ae12bb7b72b" providerId="LiveId" clId="{F1251028-0FAA-4340-88A2-7AF13CC6F143}" dt="2025-12-14T19:21:58.678" v="7036" actId="20577"/>
          <ac:spMkLst>
            <pc:docMk/>
            <pc:sldMk cId="4228549655" sldId="275"/>
            <ac:spMk id="107" creationId="{3F46E475-7B7A-4D9F-B0C1-FF552122E00E}"/>
          </ac:spMkLst>
        </pc:spChg>
        <pc:spChg chg="add mod">
          <ac:chgData name="Lim Kelvin" userId="624f6ae12bb7b72b" providerId="LiveId" clId="{F1251028-0FAA-4340-88A2-7AF13CC6F143}" dt="2025-12-15T07:26:49.372" v="10825" actId="1076"/>
          <ac:spMkLst>
            <pc:docMk/>
            <pc:sldMk cId="4228549655" sldId="275"/>
            <ac:spMk id="108" creationId="{3514BF4E-6858-4BF7-8667-60EC0696DFCC}"/>
          </ac:spMkLst>
        </pc:spChg>
        <pc:spChg chg="add mod">
          <ac:chgData name="Lim Kelvin" userId="624f6ae12bb7b72b" providerId="LiveId" clId="{F1251028-0FAA-4340-88A2-7AF13CC6F143}" dt="2025-12-14T19:28:50.252" v="7259" actId="113"/>
          <ac:spMkLst>
            <pc:docMk/>
            <pc:sldMk cId="4228549655" sldId="275"/>
            <ac:spMk id="109" creationId="{9AEA4892-0CD4-41C6-B3D1-8CE0867A328A}"/>
          </ac:spMkLst>
        </pc:spChg>
        <pc:spChg chg="add mod">
          <ac:chgData name="Lim Kelvin" userId="624f6ae12bb7b72b" providerId="LiveId" clId="{F1251028-0FAA-4340-88A2-7AF13CC6F143}" dt="2025-12-15T07:29:12.882" v="10850" actId="14100"/>
          <ac:spMkLst>
            <pc:docMk/>
            <pc:sldMk cId="4228549655" sldId="275"/>
            <ac:spMk id="110" creationId="{151F6E9B-45D1-4C41-B4A6-5C547A520C23}"/>
          </ac:spMkLst>
        </pc:spChg>
        <pc:spChg chg="add mod">
          <ac:chgData name="Lim Kelvin" userId="624f6ae12bb7b72b" providerId="LiveId" clId="{F1251028-0FAA-4340-88A2-7AF13CC6F143}" dt="2025-12-15T07:29:15.011" v="10851" actId="1076"/>
          <ac:spMkLst>
            <pc:docMk/>
            <pc:sldMk cId="4228549655" sldId="275"/>
            <ac:spMk id="111" creationId="{BD585BD9-A1CB-44F4-9CA4-001E2D5A9DE8}"/>
          </ac:spMkLst>
        </pc:spChg>
        <pc:spChg chg="add mod">
          <ac:chgData name="Lim Kelvin" userId="624f6ae12bb7b72b" providerId="LiveId" clId="{F1251028-0FAA-4340-88A2-7AF13CC6F143}" dt="2025-12-15T07:28:48.854" v="10847" actId="14100"/>
          <ac:spMkLst>
            <pc:docMk/>
            <pc:sldMk cId="4228549655" sldId="275"/>
            <ac:spMk id="112" creationId="{0078A0DE-71EF-4E21-8F89-530F8B2FE884}"/>
          </ac:spMkLst>
        </pc:spChg>
        <pc:spChg chg="add mod">
          <ac:chgData name="Lim Kelvin" userId="624f6ae12bb7b72b" providerId="LiveId" clId="{F1251028-0FAA-4340-88A2-7AF13CC6F143}" dt="2025-12-15T07:28:52.219" v="10848" actId="1076"/>
          <ac:spMkLst>
            <pc:docMk/>
            <pc:sldMk cId="4228549655" sldId="275"/>
            <ac:spMk id="113" creationId="{BD77C818-1C2C-477A-8C30-87AD1C23E915}"/>
          </ac:spMkLst>
        </pc:spChg>
        <pc:spChg chg="add mod">
          <ac:chgData name="Lim Kelvin" userId="624f6ae12bb7b72b" providerId="LiveId" clId="{F1251028-0FAA-4340-88A2-7AF13CC6F143}" dt="2025-12-15T07:28:27.467" v="10841" actId="14100"/>
          <ac:spMkLst>
            <pc:docMk/>
            <pc:sldMk cId="4228549655" sldId="275"/>
            <ac:spMk id="114" creationId="{41B33B5C-E1F3-4A53-8D1B-A323C99972A0}"/>
          </ac:spMkLst>
        </pc:spChg>
        <pc:spChg chg="add mod">
          <ac:chgData name="Lim Kelvin" userId="624f6ae12bb7b72b" providerId="LiveId" clId="{F1251028-0FAA-4340-88A2-7AF13CC6F143}" dt="2025-12-15T07:28:30.134" v="10842" actId="1076"/>
          <ac:spMkLst>
            <pc:docMk/>
            <pc:sldMk cId="4228549655" sldId="275"/>
            <ac:spMk id="115" creationId="{629EE994-6B94-4D7B-BDE7-5ACB5610EF65}"/>
          </ac:spMkLst>
        </pc:spChg>
        <pc:spChg chg="add mod">
          <ac:chgData name="Lim Kelvin" userId="624f6ae12bb7b72b" providerId="LiveId" clId="{F1251028-0FAA-4340-88A2-7AF13CC6F143}" dt="2025-12-15T07:27:58.313" v="10835" actId="14100"/>
          <ac:spMkLst>
            <pc:docMk/>
            <pc:sldMk cId="4228549655" sldId="275"/>
            <ac:spMk id="116" creationId="{0C3A49F0-FAF9-42BB-8C1A-5543B79E2B38}"/>
          </ac:spMkLst>
        </pc:spChg>
        <pc:spChg chg="add mod">
          <ac:chgData name="Lim Kelvin" userId="624f6ae12bb7b72b" providerId="LiveId" clId="{F1251028-0FAA-4340-88A2-7AF13CC6F143}" dt="2025-12-15T07:28:01.660" v="10836" actId="1076"/>
          <ac:spMkLst>
            <pc:docMk/>
            <pc:sldMk cId="4228549655" sldId="275"/>
            <ac:spMk id="117" creationId="{F7C725CD-2B75-48A3-B117-556EE19E8C41}"/>
          </ac:spMkLst>
        </pc:spChg>
        <pc:spChg chg="add mod">
          <ac:chgData name="Lim Kelvin" userId="624f6ae12bb7b72b" providerId="LiveId" clId="{F1251028-0FAA-4340-88A2-7AF13CC6F143}" dt="2025-12-15T07:27:27.937" v="10831" actId="14100"/>
          <ac:spMkLst>
            <pc:docMk/>
            <pc:sldMk cId="4228549655" sldId="275"/>
            <ac:spMk id="118" creationId="{3D1389ED-2F9D-4458-9499-95E9AAF553D7}"/>
          </ac:spMkLst>
        </pc:spChg>
        <pc:spChg chg="add mod">
          <ac:chgData name="Lim Kelvin" userId="624f6ae12bb7b72b" providerId="LiveId" clId="{F1251028-0FAA-4340-88A2-7AF13CC6F143}" dt="2025-12-15T07:27:11.798" v="10828" actId="14100"/>
          <ac:spMkLst>
            <pc:docMk/>
            <pc:sldMk cId="4228549655" sldId="275"/>
            <ac:spMk id="119" creationId="{CAA7BC1D-2AC0-4AF0-9E1A-1C00652F0317}"/>
          </ac:spMkLst>
        </pc:spChg>
        <pc:spChg chg="add mod">
          <ac:chgData name="Lim Kelvin" userId="624f6ae12bb7b72b" providerId="LiveId" clId="{F1251028-0FAA-4340-88A2-7AF13CC6F143}" dt="2025-12-15T07:24:25.544" v="10806" actId="1076"/>
          <ac:spMkLst>
            <pc:docMk/>
            <pc:sldMk cId="4228549655" sldId="275"/>
            <ac:spMk id="120" creationId="{11993642-1D31-4A82-BAD7-3DC74614E622}"/>
          </ac:spMkLst>
        </pc:spChg>
        <pc:spChg chg="add mod">
          <ac:chgData name="Lim Kelvin" userId="624f6ae12bb7b72b" providerId="LiveId" clId="{F1251028-0FAA-4340-88A2-7AF13CC6F143}" dt="2025-12-15T07:27:33.627" v="10833" actId="1076"/>
          <ac:spMkLst>
            <pc:docMk/>
            <pc:sldMk cId="4228549655" sldId="275"/>
            <ac:spMk id="121" creationId="{0DE31C42-63CA-4E8C-AB63-B2493887CF04}"/>
          </ac:spMkLst>
        </pc:spChg>
        <pc:spChg chg="add mod">
          <ac:chgData name="Lim Kelvin" userId="624f6ae12bb7b72b" providerId="LiveId" clId="{F1251028-0FAA-4340-88A2-7AF13CC6F143}" dt="2025-12-15T07:27:14.475" v="10829" actId="1076"/>
          <ac:spMkLst>
            <pc:docMk/>
            <pc:sldMk cId="4228549655" sldId="275"/>
            <ac:spMk id="122" creationId="{C4650881-802D-4ACB-AC13-7E5D7C88B921}"/>
          </ac:spMkLst>
        </pc:spChg>
        <pc:spChg chg="add mod">
          <ac:chgData name="Lim Kelvin" userId="624f6ae12bb7b72b" providerId="LiveId" clId="{F1251028-0FAA-4340-88A2-7AF13CC6F143}" dt="2025-12-15T07:24:25.544" v="10806" actId="1076"/>
          <ac:spMkLst>
            <pc:docMk/>
            <pc:sldMk cId="4228549655" sldId="275"/>
            <ac:spMk id="123" creationId="{775C2E96-9A97-457A-8EF1-9E6CD20BA72D}"/>
          </ac:spMkLst>
        </pc:spChg>
        <pc:spChg chg="add mod">
          <ac:chgData name="Lim Kelvin" userId="624f6ae12bb7b72b" providerId="LiveId" clId="{F1251028-0FAA-4340-88A2-7AF13CC6F143}" dt="2025-12-15T07:24:25.544" v="10806" actId="1076"/>
          <ac:spMkLst>
            <pc:docMk/>
            <pc:sldMk cId="4228549655" sldId="275"/>
            <ac:spMk id="124" creationId="{68BF2918-BD64-4B04-9886-F6D24159A1AA}"/>
          </ac:spMkLst>
        </pc:spChg>
        <pc:spChg chg="add mod">
          <ac:chgData name="Lim Kelvin" userId="624f6ae12bb7b72b" providerId="LiveId" clId="{F1251028-0FAA-4340-88A2-7AF13CC6F143}" dt="2025-12-15T07:27:02.557" v="10827" actId="1076"/>
          <ac:spMkLst>
            <pc:docMk/>
            <pc:sldMk cId="4228549655" sldId="275"/>
            <ac:spMk id="125" creationId="{134624E4-B5BA-4BA8-9B6A-878089A74059}"/>
          </ac:spMkLst>
        </pc:spChg>
        <pc:spChg chg="add mod">
          <ac:chgData name="Lim Kelvin" userId="624f6ae12bb7b72b" providerId="LiveId" clId="{F1251028-0FAA-4340-88A2-7AF13CC6F143}" dt="2025-12-15T07:27:30.847" v="10832" actId="1076"/>
          <ac:spMkLst>
            <pc:docMk/>
            <pc:sldMk cId="4228549655" sldId="275"/>
            <ac:spMk id="126" creationId="{2AD27A37-F363-4E0B-B90B-CD501A278334}"/>
          </ac:spMkLst>
        </pc:spChg>
        <pc:spChg chg="add mod">
          <ac:chgData name="Lim Kelvin" userId="624f6ae12bb7b72b" providerId="LiveId" clId="{F1251028-0FAA-4340-88A2-7AF13CC6F143}" dt="2025-12-15T07:28:05.768" v="10837" actId="1076"/>
          <ac:spMkLst>
            <pc:docMk/>
            <pc:sldMk cId="4228549655" sldId="275"/>
            <ac:spMk id="127" creationId="{3B15553A-383C-4C76-845A-3553074AB495}"/>
          </ac:spMkLst>
        </pc:spChg>
        <pc:spChg chg="add mod">
          <ac:chgData name="Lim Kelvin" userId="624f6ae12bb7b72b" providerId="LiveId" clId="{F1251028-0FAA-4340-88A2-7AF13CC6F143}" dt="2025-12-15T07:28:35.660" v="10843" actId="1076"/>
          <ac:spMkLst>
            <pc:docMk/>
            <pc:sldMk cId="4228549655" sldId="275"/>
            <ac:spMk id="128" creationId="{73CA27D4-0B87-4673-95A4-5937354CDA91}"/>
          </ac:spMkLst>
        </pc:spChg>
        <pc:spChg chg="add mod">
          <ac:chgData name="Lim Kelvin" userId="624f6ae12bb7b72b" providerId="LiveId" clId="{F1251028-0FAA-4340-88A2-7AF13CC6F143}" dt="2025-12-15T07:28:41.879" v="10846" actId="1076"/>
          <ac:spMkLst>
            <pc:docMk/>
            <pc:sldMk cId="4228549655" sldId="275"/>
            <ac:spMk id="129" creationId="{40B2E4A2-9ED3-4DEA-9F6A-CA3A206B6E8D}"/>
          </ac:spMkLst>
        </pc:spChg>
        <pc:spChg chg="add mod">
          <ac:chgData name="Lim Kelvin" userId="624f6ae12bb7b72b" providerId="LiveId" clId="{F1251028-0FAA-4340-88A2-7AF13CC6F143}" dt="2025-12-15T07:29:01.273" v="10849" actId="1076"/>
          <ac:spMkLst>
            <pc:docMk/>
            <pc:sldMk cId="4228549655" sldId="275"/>
            <ac:spMk id="130" creationId="{14D9232F-E2D2-4A93-838A-B7DA8350FA9B}"/>
          </ac:spMkLst>
        </pc:spChg>
        <pc:picChg chg="add mod modCrop">
          <ac:chgData name="Lim Kelvin" userId="624f6ae12bb7b72b" providerId="LiveId" clId="{F1251028-0FAA-4340-88A2-7AF13CC6F143}" dt="2025-12-14T19:17:03.423" v="7006" actId="1076"/>
          <ac:picMkLst>
            <pc:docMk/>
            <pc:sldMk cId="4228549655" sldId="275"/>
            <ac:picMk id="7" creationId="{A9AB13C4-085C-4E9F-B567-72E50AEB8AE0}"/>
          </ac:picMkLst>
        </pc:picChg>
        <pc:picChg chg="mod">
          <ac:chgData name="Lim Kelvin" userId="624f6ae12bb7b72b" providerId="LiveId" clId="{F1251028-0FAA-4340-88A2-7AF13CC6F143}" dt="2025-12-14T19:16:28.197" v="7001" actId="1440"/>
          <ac:picMkLst>
            <pc:docMk/>
            <pc:sldMk cId="4228549655" sldId="275"/>
            <ac:picMk id="14" creationId="{394D0E8B-B53D-4CAB-B2AD-76AFCAD73294}"/>
          </ac:picMkLst>
        </pc:picChg>
        <pc:picChg chg="mod">
          <ac:chgData name="Lim Kelvin" userId="624f6ae12bb7b72b" providerId="LiveId" clId="{F1251028-0FAA-4340-88A2-7AF13CC6F143}" dt="2025-12-14T19:16:34.228" v="7004" actId="1440"/>
          <ac:picMkLst>
            <pc:docMk/>
            <pc:sldMk cId="4228549655" sldId="275"/>
            <ac:picMk id="32" creationId="{D9363736-46FF-4E14-9656-506CD4E044E1}"/>
          </ac:picMkLst>
        </pc:picChg>
        <pc:picChg chg="mod">
          <ac:chgData name="Lim Kelvin" userId="624f6ae12bb7b72b" providerId="LiveId" clId="{F1251028-0FAA-4340-88A2-7AF13CC6F143}" dt="2025-12-14T19:16:31.892" v="7003" actId="1440"/>
          <ac:picMkLst>
            <pc:docMk/>
            <pc:sldMk cId="4228549655" sldId="275"/>
            <ac:picMk id="89" creationId="{E853B379-290C-4F0E-95AC-6EAA577EFFBE}"/>
          </ac:picMkLst>
        </pc:picChg>
        <pc:picChg chg="mod">
          <ac:chgData name="Lim Kelvin" userId="624f6ae12bb7b72b" providerId="LiveId" clId="{F1251028-0FAA-4340-88A2-7AF13CC6F143}" dt="2025-12-14T19:16:30.958" v="7002" actId="1440"/>
          <ac:picMkLst>
            <pc:docMk/>
            <pc:sldMk cId="4228549655" sldId="275"/>
            <ac:picMk id="90" creationId="{A50ADE91-BEB6-4938-B6E4-CD9182BC8814}"/>
          </ac:picMkLst>
        </pc:picChg>
      </pc:sldChg>
      <pc:sldChg chg="addSp delSp modSp add mod ord modTransition">
        <pc:chgData name="Lim Kelvin" userId="624f6ae12bb7b72b" providerId="LiveId" clId="{F1251028-0FAA-4340-88A2-7AF13CC6F143}" dt="2025-12-15T09:05:33.252" v="11987"/>
        <pc:sldMkLst>
          <pc:docMk/>
          <pc:sldMk cId="1865629053" sldId="276"/>
        </pc:sldMkLst>
        <pc:spChg chg="mod">
          <ac:chgData name="Lim Kelvin" userId="624f6ae12bb7b72b" providerId="LiveId" clId="{F1251028-0FAA-4340-88A2-7AF13CC6F143}" dt="2025-12-14T19:34:13.692" v="7361" actId="1076"/>
          <ac:spMkLst>
            <pc:docMk/>
            <pc:sldMk cId="1865629053" sldId="276"/>
            <ac:spMk id="3" creationId="{F7E51A51-B4BA-4D7A-BB30-CC47C29451F0}"/>
          </ac:spMkLst>
        </pc:spChg>
        <pc:spChg chg="add del mod">
          <ac:chgData name="Lim Kelvin" userId="624f6ae12bb7b72b" providerId="LiveId" clId="{F1251028-0FAA-4340-88A2-7AF13CC6F143}" dt="2025-12-15T03:24:27.598" v="8210" actId="478"/>
          <ac:spMkLst>
            <pc:docMk/>
            <pc:sldMk cId="1865629053" sldId="276"/>
            <ac:spMk id="5" creationId="{DE27623C-6BBE-4661-9F5C-A261D8C52EFB}"/>
          </ac:spMkLst>
        </pc:spChg>
        <pc:cxnChg chg="mod">
          <ac:chgData name="Lim Kelvin" userId="624f6ae12bb7b72b" providerId="LiveId" clId="{F1251028-0FAA-4340-88A2-7AF13CC6F143}" dt="2025-12-15T04:54:26.907" v="8270" actId="1076"/>
          <ac:cxnSpMkLst>
            <pc:docMk/>
            <pc:sldMk cId="1865629053" sldId="276"/>
            <ac:cxnSpMk id="6" creationId="{C7221B7C-52D1-4BF4-B9D3-9B20CF7272DB}"/>
          </ac:cxnSpMkLst>
        </pc:cxnChg>
        <pc:cxnChg chg="mod">
          <ac:chgData name="Lim Kelvin" userId="624f6ae12bb7b72b" providerId="LiveId" clId="{F1251028-0FAA-4340-88A2-7AF13CC6F143}" dt="2025-12-14T19:34:27.929" v="7366" actId="1076"/>
          <ac:cxnSpMkLst>
            <pc:docMk/>
            <pc:sldMk cId="1865629053" sldId="276"/>
            <ac:cxnSpMk id="7" creationId="{1BDC9F79-E9EF-4E14-B1ED-31F321059B63}"/>
          </ac:cxnSpMkLst>
        </pc:cxnChg>
      </pc:sldChg>
      <pc:sldChg chg="addSp delSp modSp add mod">
        <pc:chgData name="Lim Kelvin" userId="624f6ae12bb7b72b" providerId="LiveId" clId="{F1251028-0FAA-4340-88A2-7AF13CC6F143}" dt="2025-12-15T09:08:45.423" v="11994" actId="14100"/>
        <pc:sldMkLst>
          <pc:docMk/>
          <pc:sldMk cId="1760245610" sldId="277"/>
        </pc:sldMkLst>
        <pc:spChg chg="add mod">
          <ac:chgData name="Lim Kelvin" userId="624f6ae12bb7b72b" providerId="LiveId" clId="{F1251028-0FAA-4340-88A2-7AF13CC6F143}" dt="2025-12-14T20:04:05.608" v="7957" actId="207"/>
          <ac:spMkLst>
            <pc:docMk/>
            <pc:sldMk cId="1760245610" sldId="277"/>
            <ac:spMk id="2" creationId="{CB34DE2F-E556-40A9-A50E-51FE63648A94}"/>
          </ac:spMkLst>
        </pc:spChg>
        <pc:spChg chg="del">
          <ac:chgData name="Lim Kelvin" userId="624f6ae12bb7b72b" providerId="LiveId" clId="{F1251028-0FAA-4340-88A2-7AF13CC6F143}" dt="2025-12-14T19:34:37.641" v="7370" actId="478"/>
          <ac:spMkLst>
            <pc:docMk/>
            <pc:sldMk cId="1760245610" sldId="277"/>
            <ac:spMk id="3" creationId="{F7E51A51-B4BA-4D7A-BB30-CC47C29451F0}"/>
          </ac:spMkLst>
        </pc:spChg>
        <pc:spChg chg="add mod">
          <ac:chgData name="Lim Kelvin" userId="624f6ae12bb7b72b" providerId="LiveId" clId="{F1251028-0FAA-4340-88A2-7AF13CC6F143}" dt="2025-12-14T19:55:19.446" v="7805" actId="14100"/>
          <ac:spMkLst>
            <pc:docMk/>
            <pc:sldMk cId="1760245610" sldId="277"/>
            <ac:spMk id="8" creationId="{B109E15B-98EF-4BC8-9277-0EFC6F37C3AB}"/>
          </ac:spMkLst>
        </pc:spChg>
        <pc:spChg chg="add mod">
          <ac:chgData name="Lim Kelvin" userId="624f6ae12bb7b72b" providerId="LiveId" clId="{F1251028-0FAA-4340-88A2-7AF13CC6F143}" dt="2025-12-14T19:55:15.736" v="7804" actId="14100"/>
          <ac:spMkLst>
            <pc:docMk/>
            <pc:sldMk cId="1760245610" sldId="277"/>
            <ac:spMk id="9" creationId="{4750CBEF-4835-479E-9311-745117480BB7}"/>
          </ac:spMkLst>
        </pc:spChg>
        <pc:spChg chg="add mod">
          <ac:chgData name="Lim Kelvin" userId="624f6ae12bb7b72b" providerId="LiveId" clId="{F1251028-0FAA-4340-88A2-7AF13CC6F143}" dt="2025-12-14T20:03:17.354" v="7955" actId="14100"/>
          <ac:spMkLst>
            <pc:docMk/>
            <pc:sldMk cId="1760245610" sldId="277"/>
            <ac:spMk id="10" creationId="{6B488C24-F6DB-45EE-80CD-34940469D87C}"/>
          </ac:spMkLst>
        </pc:spChg>
        <pc:spChg chg="add mod">
          <ac:chgData name="Lim Kelvin" userId="624f6ae12bb7b72b" providerId="LiveId" clId="{F1251028-0FAA-4340-88A2-7AF13CC6F143}" dt="2025-12-14T19:55:25.026" v="7807" actId="14100"/>
          <ac:spMkLst>
            <pc:docMk/>
            <pc:sldMk cId="1760245610" sldId="277"/>
            <ac:spMk id="11" creationId="{25ACCA8D-7FEC-4C78-9785-C62D04AF4DE4}"/>
          </ac:spMkLst>
        </pc:spChg>
        <pc:spChg chg="add mod">
          <ac:chgData name="Lim Kelvin" userId="624f6ae12bb7b72b" providerId="LiveId" clId="{F1251028-0FAA-4340-88A2-7AF13CC6F143}" dt="2025-12-14T19:55:10.220" v="7802" actId="14100"/>
          <ac:spMkLst>
            <pc:docMk/>
            <pc:sldMk cId="1760245610" sldId="277"/>
            <ac:spMk id="12" creationId="{857085C6-2D32-425B-A494-EFC7E636DA89}"/>
          </ac:spMkLst>
        </pc:spChg>
        <pc:spChg chg="add mod">
          <ac:chgData name="Lim Kelvin" userId="624f6ae12bb7b72b" providerId="LiveId" clId="{F1251028-0FAA-4340-88A2-7AF13CC6F143}" dt="2025-12-14T19:55:23.125" v="7806" actId="14100"/>
          <ac:spMkLst>
            <pc:docMk/>
            <pc:sldMk cId="1760245610" sldId="277"/>
            <ac:spMk id="13" creationId="{0494CAAD-F55D-42D7-9E58-07EBFBA2471F}"/>
          </ac:spMkLst>
        </pc:spChg>
        <pc:spChg chg="add mod">
          <ac:chgData name="Lim Kelvin" userId="624f6ae12bb7b72b" providerId="LiveId" clId="{F1251028-0FAA-4340-88A2-7AF13CC6F143}" dt="2025-12-14T19:54:07.428" v="7787" actId="1076"/>
          <ac:spMkLst>
            <pc:docMk/>
            <pc:sldMk cId="1760245610" sldId="277"/>
            <ac:spMk id="14" creationId="{6EC9B825-234C-48BF-9607-2F95EE3ADEAA}"/>
          </ac:spMkLst>
        </pc:spChg>
        <pc:spChg chg="add mod">
          <ac:chgData name="Lim Kelvin" userId="624f6ae12bb7b72b" providerId="LiveId" clId="{F1251028-0FAA-4340-88A2-7AF13CC6F143}" dt="2025-12-14T19:58:38.504" v="7873" actId="14100"/>
          <ac:spMkLst>
            <pc:docMk/>
            <pc:sldMk cId="1760245610" sldId="277"/>
            <ac:spMk id="15" creationId="{DCEB5A13-A82A-4EF1-84E4-D9C429DEAE14}"/>
          </ac:spMkLst>
        </pc:spChg>
        <pc:spChg chg="add mod">
          <ac:chgData name="Lim Kelvin" userId="624f6ae12bb7b72b" providerId="LiveId" clId="{F1251028-0FAA-4340-88A2-7AF13CC6F143}" dt="2025-12-14T19:58:26.579" v="7869" actId="14100"/>
          <ac:spMkLst>
            <pc:docMk/>
            <pc:sldMk cId="1760245610" sldId="277"/>
            <ac:spMk id="16" creationId="{5A20E33B-BD3F-4F1C-BA25-AA2734E2810C}"/>
          </ac:spMkLst>
        </pc:spChg>
        <pc:spChg chg="add mod">
          <ac:chgData name="Lim Kelvin" userId="624f6ae12bb7b72b" providerId="LiveId" clId="{F1251028-0FAA-4340-88A2-7AF13CC6F143}" dt="2025-12-14T19:58:28.554" v="7870" actId="14100"/>
          <ac:spMkLst>
            <pc:docMk/>
            <pc:sldMk cId="1760245610" sldId="277"/>
            <ac:spMk id="17" creationId="{C0AEF933-7E79-4FB1-BB9B-627CE8706ED8}"/>
          </ac:spMkLst>
        </pc:spChg>
        <pc:spChg chg="add mod">
          <ac:chgData name="Lim Kelvin" userId="624f6ae12bb7b72b" providerId="LiveId" clId="{F1251028-0FAA-4340-88A2-7AF13CC6F143}" dt="2025-12-14T19:58:33.581" v="7872" actId="14100"/>
          <ac:spMkLst>
            <pc:docMk/>
            <pc:sldMk cId="1760245610" sldId="277"/>
            <ac:spMk id="18" creationId="{1E9AA623-8B64-46BA-8BA8-362874068F00}"/>
          </ac:spMkLst>
        </pc:spChg>
        <pc:spChg chg="add mod">
          <ac:chgData name="Lim Kelvin" userId="624f6ae12bb7b72b" providerId="LiveId" clId="{F1251028-0FAA-4340-88A2-7AF13CC6F143}" dt="2025-12-15T06:20:13.004" v="9277" actId="403"/>
          <ac:spMkLst>
            <pc:docMk/>
            <pc:sldMk cId="1760245610" sldId="277"/>
            <ac:spMk id="19" creationId="{3525A1FE-17E5-45DE-8201-E13AE0D58CD3}"/>
          </ac:spMkLst>
        </pc:spChg>
        <pc:spChg chg="add mod">
          <ac:chgData name="Lim Kelvin" userId="624f6ae12bb7b72b" providerId="LiveId" clId="{F1251028-0FAA-4340-88A2-7AF13CC6F143}" dt="2025-12-15T09:08:45.423" v="11994" actId="14100"/>
          <ac:spMkLst>
            <pc:docMk/>
            <pc:sldMk cId="1760245610" sldId="277"/>
            <ac:spMk id="20" creationId="{6AB19FF1-85BB-42CC-B643-056F66C7B384}"/>
          </ac:spMkLst>
        </pc:spChg>
        <pc:picChg chg="add mod">
          <ac:chgData name="Lim Kelvin" userId="624f6ae12bb7b72b" providerId="LiveId" clId="{F1251028-0FAA-4340-88A2-7AF13CC6F143}" dt="2025-12-14T19:53:31.274" v="7782" actId="1076"/>
          <ac:picMkLst>
            <pc:docMk/>
            <pc:sldMk cId="1760245610" sldId="277"/>
            <ac:picMk id="5" creationId="{FCCEB254-A5C5-4871-A1D7-FED23FA8FC84}"/>
          </ac:picMkLst>
        </pc:picChg>
        <pc:cxnChg chg="del">
          <ac:chgData name="Lim Kelvin" userId="624f6ae12bb7b72b" providerId="LiveId" clId="{F1251028-0FAA-4340-88A2-7AF13CC6F143}" dt="2025-12-14T19:34:38.316" v="7371" actId="478"/>
          <ac:cxnSpMkLst>
            <pc:docMk/>
            <pc:sldMk cId="1760245610" sldId="277"/>
            <ac:cxnSpMk id="6" creationId="{C7221B7C-52D1-4BF4-B9D3-9B20CF7272DB}"/>
          </ac:cxnSpMkLst>
        </pc:cxnChg>
        <pc:cxnChg chg="del">
          <ac:chgData name="Lim Kelvin" userId="624f6ae12bb7b72b" providerId="LiveId" clId="{F1251028-0FAA-4340-88A2-7AF13CC6F143}" dt="2025-12-14T19:34:38.753" v="7372" actId="478"/>
          <ac:cxnSpMkLst>
            <pc:docMk/>
            <pc:sldMk cId="1760245610" sldId="277"/>
            <ac:cxnSpMk id="7" creationId="{1BDC9F79-E9EF-4E14-B1ED-31F321059B63}"/>
          </ac:cxnSpMkLst>
        </pc:cxnChg>
      </pc:sldChg>
      <pc:sldChg chg="addSp delSp modSp add mod ord modTransition">
        <pc:chgData name="Lim Kelvin" userId="624f6ae12bb7b72b" providerId="LiveId" clId="{F1251028-0FAA-4340-88A2-7AF13CC6F143}" dt="2025-12-15T09:05:26.072" v="11985"/>
        <pc:sldMkLst>
          <pc:docMk/>
          <pc:sldMk cId="160235944" sldId="278"/>
        </pc:sldMkLst>
        <pc:spChg chg="mod">
          <ac:chgData name="Lim Kelvin" userId="624f6ae12bb7b72b" providerId="LiveId" clId="{F1251028-0FAA-4340-88A2-7AF13CC6F143}" dt="2025-12-14T20:07:47.276" v="7982" actId="1076"/>
          <ac:spMkLst>
            <pc:docMk/>
            <pc:sldMk cId="160235944" sldId="278"/>
            <ac:spMk id="3" creationId="{F7E51A51-B4BA-4D7A-BB30-CC47C29451F0}"/>
          </ac:spMkLst>
        </pc:spChg>
        <pc:spChg chg="add del mod ord">
          <ac:chgData name="Lim Kelvin" userId="624f6ae12bb7b72b" providerId="LiveId" clId="{F1251028-0FAA-4340-88A2-7AF13CC6F143}" dt="2025-12-15T03:20:46.509" v="8118" actId="167"/>
          <ac:spMkLst>
            <pc:docMk/>
            <pc:sldMk cId="160235944" sldId="278"/>
            <ac:spMk id="5" creationId="{2F7AD19B-109F-402E-9165-4AD461A18B5B}"/>
          </ac:spMkLst>
        </pc:spChg>
        <pc:cxnChg chg="mod">
          <ac:chgData name="Lim Kelvin" userId="624f6ae12bb7b72b" providerId="LiveId" clId="{F1251028-0FAA-4340-88A2-7AF13CC6F143}" dt="2025-12-14T20:07:51.134" v="7983" actId="1076"/>
          <ac:cxnSpMkLst>
            <pc:docMk/>
            <pc:sldMk cId="160235944" sldId="278"/>
            <ac:cxnSpMk id="6" creationId="{C7221B7C-52D1-4BF4-B9D3-9B20CF7272DB}"/>
          </ac:cxnSpMkLst>
        </pc:cxnChg>
        <pc:cxnChg chg="mod">
          <ac:chgData name="Lim Kelvin" userId="624f6ae12bb7b72b" providerId="LiveId" clId="{F1251028-0FAA-4340-88A2-7AF13CC6F143}" dt="2025-12-14T20:07:54.376" v="7984" actId="1076"/>
          <ac:cxnSpMkLst>
            <pc:docMk/>
            <pc:sldMk cId="160235944" sldId="278"/>
            <ac:cxnSpMk id="7" creationId="{1BDC9F79-E9EF-4E14-B1ED-31F321059B63}"/>
          </ac:cxnSpMkLst>
        </pc:cxnChg>
      </pc:sldChg>
      <pc:sldChg chg="modSp add del mod">
        <pc:chgData name="Lim Kelvin" userId="624f6ae12bb7b72b" providerId="LiveId" clId="{F1251028-0FAA-4340-88A2-7AF13CC6F143}" dt="2025-12-14T20:22:23.737" v="8101" actId="47"/>
        <pc:sldMkLst>
          <pc:docMk/>
          <pc:sldMk cId="303647741" sldId="279"/>
        </pc:sldMkLst>
        <pc:spChg chg="mod">
          <ac:chgData name="Lim Kelvin" userId="624f6ae12bb7b72b" providerId="LiveId" clId="{F1251028-0FAA-4340-88A2-7AF13CC6F143}" dt="2025-12-14T20:22:09.944" v="8100" actId="1076"/>
          <ac:spMkLst>
            <pc:docMk/>
            <pc:sldMk cId="303647741" sldId="279"/>
            <ac:spMk id="5" creationId="{2F7AD19B-109F-402E-9165-4AD461A18B5B}"/>
          </ac:spMkLst>
        </pc:spChg>
      </pc:sldChg>
      <pc:sldChg chg="addSp delSp modSp add mod ord modAnim">
        <pc:chgData name="Lim Kelvin" userId="624f6ae12bb7b72b" providerId="LiveId" clId="{F1251028-0FAA-4340-88A2-7AF13CC6F143}" dt="2025-12-15T09:07:19.768" v="11993" actId="14100"/>
        <pc:sldMkLst>
          <pc:docMk/>
          <pc:sldMk cId="4289509033" sldId="279"/>
        </pc:sldMkLst>
        <pc:spChg chg="del">
          <ac:chgData name="Lim Kelvin" userId="624f6ae12bb7b72b" providerId="LiveId" clId="{F1251028-0FAA-4340-88A2-7AF13CC6F143}" dt="2025-12-15T05:01:48.273" v="8312" actId="478"/>
          <ac:spMkLst>
            <pc:docMk/>
            <pc:sldMk cId="4289509033" sldId="279"/>
            <ac:spMk id="4" creationId="{7917EBE6-CE76-47E1-AE74-A0E4896E4BD9}"/>
          </ac:spMkLst>
        </pc:spChg>
        <pc:spChg chg="add mod">
          <ac:chgData name="Lim Kelvin" userId="624f6ae12bb7b72b" providerId="LiveId" clId="{F1251028-0FAA-4340-88A2-7AF13CC6F143}" dt="2025-12-15T06:50:45.913" v="10037" actId="14100"/>
          <ac:spMkLst>
            <pc:docMk/>
            <pc:sldMk cId="4289509033" sldId="279"/>
            <ac:spMk id="7" creationId="{4DDD8923-25AB-4FB0-9D77-985DEA11E508}"/>
          </ac:spMkLst>
        </pc:spChg>
        <pc:spChg chg="del">
          <ac:chgData name="Lim Kelvin" userId="624f6ae12bb7b72b" providerId="LiveId" clId="{F1251028-0FAA-4340-88A2-7AF13CC6F143}" dt="2025-12-15T05:01:49.318" v="8313" actId="478"/>
          <ac:spMkLst>
            <pc:docMk/>
            <pc:sldMk cId="4289509033" sldId="279"/>
            <ac:spMk id="8" creationId="{3E616DF2-92D3-4FDB-870D-46CC5A05B737}"/>
          </ac:spMkLst>
        </pc:spChg>
        <pc:spChg chg="del">
          <ac:chgData name="Lim Kelvin" userId="624f6ae12bb7b72b" providerId="LiveId" clId="{F1251028-0FAA-4340-88A2-7AF13CC6F143}" dt="2025-12-15T05:01:46.601" v="8311" actId="478"/>
          <ac:spMkLst>
            <pc:docMk/>
            <pc:sldMk cId="4289509033" sldId="279"/>
            <ac:spMk id="10" creationId="{3856076D-E8EA-4BBE-BBFB-D4769F8B5647}"/>
          </ac:spMkLst>
        </pc:spChg>
        <pc:picChg chg="del">
          <ac:chgData name="Lim Kelvin" userId="624f6ae12bb7b72b" providerId="LiveId" clId="{F1251028-0FAA-4340-88A2-7AF13CC6F143}" dt="2025-12-15T05:01:43.358" v="8310" actId="478"/>
          <ac:picMkLst>
            <pc:docMk/>
            <pc:sldMk cId="4289509033" sldId="279"/>
            <ac:picMk id="3" creationId="{87FA7B6C-C6A7-4D6B-BBE0-7DC1CA37331A}"/>
          </ac:picMkLst>
        </pc:picChg>
        <pc:picChg chg="add mod ord">
          <ac:chgData name="Lim Kelvin" userId="624f6ae12bb7b72b" providerId="LiveId" clId="{F1251028-0FAA-4340-88A2-7AF13CC6F143}" dt="2025-12-15T09:07:19.768" v="11993" actId="14100"/>
          <ac:picMkLst>
            <pc:docMk/>
            <pc:sldMk cId="4289509033" sldId="279"/>
            <ac:picMk id="6" creationId="{25F7CC7D-D94F-404E-9DA2-6AC69029DB0A}"/>
          </ac:picMkLst>
        </pc:picChg>
        <pc:picChg chg="add mod ord">
          <ac:chgData name="Lim Kelvin" userId="624f6ae12bb7b72b" providerId="LiveId" clId="{F1251028-0FAA-4340-88A2-7AF13CC6F143}" dt="2025-12-15T09:06:08.834" v="11989" actId="167"/>
          <ac:picMkLst>
            <pc:docMk/>
            <pc:sldMk cId="4289509033" sldId="279"/>
            <ac:picMk id="9" creationId="{FCA271FB-E82B-427C-8BF6-4CC02F5AF4D7}"/>
          </ac:picMkLst>
        </pc:picChg>
      </pc:sldChg>
      <pc:sldChg chg="delSp modSp add del mod">
        <pc:chgData name="Lim Kelvin" userId="624f6ae12bb7b72b" providerId="LiveId" clId="{F1251028-0FAA-4340-88A2-7AF13CC6F143}" dt="2025-12-15T05:00:36.157" v="8297" actId="47"/>
        <pc:sldMkLst>
          <pc:docMk/>
          <pc:sldMk cId="3409279508" sldId="280"/>
        </pc:sldMkLst>
        <pc:spChg chg="del">
          <ac:chgData name="Lim Kelvin" userId="624f6ae12bb7b72b" providerId="LiveId" clId="{F1251028-0FAA-4340-88A2-7AF13CC6F143}" dt="2025-12-15T05:00:19.008" v="8290" actId="478"/>
          <ac:spMkLst>
            <pc:docMk/>
            <pc:sldMk cId="3409279508" sldId="280"/>
            <ac:spMk id="4" creationId="{7917EBE6-CE76-47E1-AE74-A0E4896E4BD9}"/>
          </ac:spMkLst>
        </pc:spChg>
        <pc:spChg chg="del">
          <ac:chgData name="Lim Kelvin" userId="624f6ae12bb7b72b" providerId="LiveId" clId="{F1251028-0FAA-4340-88A2-7AF13CC6F143}" dt="2025-12-15T05:00:19.665" v="8291" actId="478"/>
          <ac:spMkLst>
            <pc:docMk/>
            <pc:sldMk cId="3409279508" sldId="280"/>
            <ac:spMk id="8" creationId="{3E616DF2-92D3-4FDB-870D-46CC5A05B737}"/>
          </ac:spMkLst>
        </pc:spChg>
        <pc:spChg chg="del">
          <ac:chgData name="Lim Kelvin" userId="624f6ae12bb7b72b" providerId="LiveId" clId="{F1251028-0FAA-4340-88A2-7AF13CC6F143}" dt="2025-12-15T05:00:20.435" v="8292" actId="478"/>
          <ac:spMkLst>
            <pc:docMk/>
            <pc:sldMk cId="3409279508" sldId="280"/>
            <ac:spMk id="10" creationId="{3856076D-E8EA-4BBE-BBFB-D4769F8B5647}"/>
          </ac:spMkLst>
        </pc:spChg>
        <pc:picChg chg="del">
          <ac:chgData name="Lim Kelvin" userId="624f6ae12bb7b72b" providerId="LiveId" clId="{F1251028-0FAA-4340-88A2-7AF13CC6F143}" dt="2025-12-15T05:00:18.151" v="8289" actId="478"/>
          <ac:picMkLst>
            <pc:docMk/>
            <pc:sldMk cId="3409279508" sldId="280"/>
            <ac:picMk id="3" creationId="{87FA7B6C-C6A7-4D6B-BBE0-7DC1CA37331A}"/>
          </ac:picMkLst>
        </pc:picChg>
        <pc:picChg chg="mod">
          <ac:chgData name="Lim Kelvin" userId="624f6ae12bb7b72b" providerId="LiveId" clId="{F1251028-0FAA-4340-88A2-7AF13CC6F143}" dt="2025-12-15T05:00:27.398" v="8295" actId="1076"/>
          <ac:picMkLst>
            <pc:docMk/>
            <pc:sldMk cId="3409279508" sldId="280"/>
            <ac:picMk id="6" creationId="{25F7CC7D-D94F-404E-9DA2-6AC69029DB0A}"/>
          </ac:picMkLst>
        </pc:picChg>
      </pc:sldChg>
      <pc:sldChg chg="addSp delSp modSp add mod">
        <pc:chgData name="Lim Kelvin" userId="624f6ae12bb7b72b" providerId="LiveId" clId="{F1251028-0FAA-4340-88A2-7AF13CC6F143}" dt="2025-12-15T06:03:09.941" v="8975" actId="20577"/>
        <pc:sldMkLst>
          <pc:docMk/>
          <pc:sldMk cId="2465301535" sldId="281"/>
        </pc:sldMkLst>
        <pc:spChg chg="del">
          <ac:chgData name="Lim Kelvin" userId="624f6ae12bb7b72b" providerId="LiveId" clId="{F1251028-0FAA-4340-88A2-7AF13CC6F143}" dt="2025-12-15T05:00:42.598" v="8300" actId="478"/>
          <ac:spMkLst>
            <pc:docMk/>
            <pc:sldMk cId="2465301535" sldId="281"/>
            <ac:spMk id="4" creationId="{7917EBE6-CE76-47E1-AE74-A0E4896E4BD9}"/>
          </ac:spMkLst>
        </pc:spChg>
        <pc:spChg chg="add mod ord">
          <ac:chgData name="Lim Kelvin" userId="624f6ae12bb7b72b" providerId="LiveId" clId="{F1251028-0FAA-4340-88A2-7AF13CC6F143}" dt="2025-12-15T05:07:25.729" v="8391" actId="339"/>
          <ac:spMkLst>
            <pc:docMk/>
            <pc:sldMk cId="2465301535" sldId="281"/>
            <ac:spMk id="7" creationId="{8247C195-EC60-42D0-A6EE-0FAA42BAC274}"/>
          </ac:spMkLst>
        </pc:spChg>
        <pc:spChg chg="del">
          <ac:chgData name="Lim Kelvin" userId="624f6ae12bb7b72b" providerId="LiveId" clId="{F1251028-0FAA-4340-88A2-7AF13CC6F143}" dt="2025-12-15T05:00:45.860" v="8303" actId="478"/>
          <ac:spMkLst>
            <pc:docMk/>
            <pc:sldMk cId="2465301535" sldId="281"/>
            <ac:spMk id="8" creationId="{3E616DF2-92D3-4FDB-870D-46CC5A05B737}"/>
          </ac:spMkLst>
        </pc:spChg>
        <pc:spChg chg="del">
          <ac:chgData name="Lim Kelvin" userId="624f6ae12bb7b72b" providerId="LiveId" clId="{F1251028-0FAA-4340-88A2-7AF13CC6F143}" dt="2025-12-15T05:00:49.197" v="8304" actId="478"/>
          <ac:spMkLst>
            <pc:docMk/>
            <pc:sldMk cId="2465301535" sldId="281"/>
            <ac:spMk id="10" creationId="{3856076D-E8EA-4BBE-BBFB-D4769F8B5647}"/>
          </ac:spMkLst>
        </pc:spChg>
        <pc:spChg chg="add mod">
          <ac:chgData name="Lim Kelvin" userId="624f6ae12bb7b72b" providerId="LiveId" clId="{F1251028-0FAA-4340-88A2-7AF13CC6F143}" dt="2025-12-15T05:15:33.603" v="8515" actId="20577"/>
          <ac:spMkLst>
            <pc:docMk/>
            <pc:sldMk cId="2465301535" sldId="281"/>
            <ac:spMk id="12" creationId="{66D01F39-D309-47BA-9308-5682DA8AD4B3}"/>
          </ac:spMkLst>
        </pc:spChg>
        <pc:spChg chg="add mod">
          <ac:chgData name="Lim Kelvin" userId="624f6ae12bb7b72b" providerId="LiveId" clId="{F1251028-0FAA-4340-88A2-7AF13CC6F143}" dt="2025-12-15T05:17:17.099" v="8567" actId="20577"/>
          <ac:spMkLst>
            <pc:docMk/>
            <pc:sldMk cId="2465301535" sldId="281"/>
            <ac:spMk id="13" creationId="{69955BC7-6883-48AA-8529-A09E91002370}"/>
          </ac:spMkLst>
        </pc:spChg>
        <pc:spChg chg="add mod">
          <ac:chgData name="Lim Kelvin" userId="624f6ae12bb7b72b" providerId="LiveId" clId="{F1251028-0FAA-4340-88A2-7AF13CC6F143}" dt="2025-12-15T05:19:49.812" v="8607" actId="207"/>
          <ac:spMkLst>
            <pc:docMk/>
            <pc:sldMk cId="2465301535" sldId="281"/>
            <ac:spMk id="14" creationId="{2517A1F5-A558-497E-A0C6-4AE5CF49A740}"/>
          </ac:spMkLst>
        </pc:spChg>
        <pc:spChg chg="add mod">
          <ac:chgData name="Lim Kelvin" userId="624f6ae12bb7b72b" providerId="LiveId" clId="{F1251028-0FAA-4340-88A2-7AF13CC6F143}" dt="2025-12-15T05:26:30.627" v="8638" actId="1076"/>
          <ac:spMkLst>
            <pc:docMk/>
            <pc:sldMk cId="2465301535" sldId="281"/>
            <ac:spMk id="15" creationId="{A5318E6C-5DF9-4AF3-A8F8-1C8D971EA60A}"/>
          </ac:spMkLst>
        </pc:spChg>
        <pc:spChg chg="add mod">
          <ac:chgData name="Lim Kelvin" userId="624f6ae12bb7b72b" providerId="LiveId" clId="{F1251028-0FAA-4340-88A2-7AF13CC6F143}" dt="2025-12-15T05:35:00.260" v="8691" actId="1076"/>
          <ac:spMkLst>
            <pc:docMk/>
            <pc:sldMk cId="2465301535" sldId="281"/>
            <ac:spMk id="16" creationId="{15FF6E05-68C4-4E87-907E-0056C8349640}"/>
          </ac:spMkLst>
        </pc:spChg>
        <pc:spChg chg="add del mod">
          <ac:chgData name="Lim Kelvin" userId="624f6ae12bb7b72b" providerId="LiveId" clId="{F1251028-0FAA-4340-88A2-7AF13CC6F143}" dt="2025-12-15T05:40:04.463" v="8813" actId="20577"/>
          <ac:spMkLst>
            <pc:docMk/>
            <pc:sldMk cId="2465301535" sldId="281"/>
            <ac:spMk id="18" creationId="{FFDC532E-8E9C-410F-88D7-81E0506364AE}"/>
          </ac:spMkLst>
        </pc:spChg>
        <pc:spChg chg="add del mod">
          <ac:chgData name="Lim Kelvin" userId="624f6ae12bb7b72b" providerId="LiveId" clId="{F1251028-0FAA-4340-88A2-7AF13CC6F143}" dt="2025-12-15T05:34:26.399" v="8686"/>
          <ac:spMkLst>
            <pc:docMk/>
            <pc:sldMk cId="2465301535" sldId="281"/>
            <ac:spMk id="19" creationId="{4FEB9D3F-CC26-4C4A-B6FA-05E8031ED50C}"/>
          </ac:spMkLst>
        </pc:spChg>
        <pc:spChg chg="add mod">
          <ac:chgData name="Lim Kelvin" userId="624f6ae12bb7b72b" providerId="LiveId" clId="{F1251028-0FAA-4340-88A2-7AF13CC6F143}" dt="2025-12-15T05:38:54.229" v="8771" actId="14100"/>
          <ac:spMkLst>
            <pc:docMk/>
            <pc:sldMk cId="2465301535" sldId="281"/>
            <ac:spMk id="20" creationId="{F1A02E3A-3CCD-409B-8C07-CC0CAFE98A32}"/>
          </ac:spMkLst>
        </pc:spChg>
        <pc:spChg chg="add mod">
          <ac:chgData name="Lim Kelvin" userId="624f6ae12bb7b72b" providerId="LiveId" clId="{F1251028-0FAA-4340-88A2-7AF13CC6F143}" dt="2025-12-15T05:38:56.087" v="8772" actId="14100"/>
          <ac:spMkLst>
            <pc:docMk/>
            <pc:sldMk cId="2465301535" sldId="281"/>
            <ac:spMk id="21" creationId="{70D93E8F-A1E0-4E5E-B326-598AD574D799}"/>
          </ac:spMkLst>
        </pc:spChg>
        <pc:spChg chg="add mod">
          <ac:chgData name="Lim Kelvin" userId="624f6ae12bb7b72b" providerId="LiveId" clId="{F1251028-0FAA-4340-88A2-7AF13CC6F143}" dt="2025-12-15T05:38:57.447" v="8773" actId="14100"/>
          <ac:spMkLst>
            <pc:docMk/>
            <pc:sldMk cId="2465301535" sldId="281"/>
            <ac:spMk id="22" creationId="{0F1337A8-9200-4933-8529-D5F7F38E604F}"/>
          </ac:spMkLst>
        </pc:spChg>
        <pc:spChg chg="add mod">
          <ac:chgData name="Lim Kelvin" userId="624f6ae12bb7b72b" providerId="LiveId" clId="{F1251028-0FAA-4340-88A2-7AF13CC6F143}" dt="2025-12-15T05:40:22.992" v="8816" actId="20577"/>
          <ac:spMkLst>
            <pc:docMk/>
            <pc:sldMk cId="2465301535" sldId="281"/>
            <ac:spMk id="23" creationId="{1A7FCEF3-4C74-4BE2-8CA7-732DC31BC0A4}"/>
          </ac:spMkLst>
        </pc:spChg>
        <pc:spChg chg="add mod">
          <ac:chgData name="Lim Kelvin" userId="624f6ae12bb7b72b" providerId="LiveId" clId="{F1251028-0FAA-4340-88A2-7AF13CC6F143}" dt="2025-12-15T05:44:37.909" v="8858" actId="20577"/>
          <ac:spMkLst>
            <pc:docMk/>
            <pc:sldMk cId="2465301535" sldId="281"/>
            <ac:spMk id="25" creationId="{19206249-2EDD-49D0-8C45-9A6963C4A4BB}"/>
          </ac:spMkLst>
        </pc:spChg>
        <pc:spChg chg="add mod">
          <ac:chgData name="Lim Kelvin" userId="624f6ae12bb7b72b" providerId="LiveId" clId="{F1251028-0FAA-4340-88A2-7AF13CC6F143}" dt="2025-12-15T05:46:29.029" v="8885" actId="20577"/>
          <ac:spMkLst>
            <pc:docMk/>
            <pc:sldMk cId="2465301535" sldId="281"/>
            <ac:spMk id="26" creationId="{9C1F279A-2457-4F0C-AB82-5FEC25A3F8A5}"/>
          </ac:spMkLst>
        </pc:spChg>
        <pc:spChg chg="add mod">
          <ac:chgData name="Lim Kelvin" userId="624f6ae12bb7b72b" providerId="LiveId" clId="{F1251028-0FAA-4340-88A2-7AF13CC6F143}" dt="2025-12-15T06:02:38.456" v="8912" actId="20577"/>
          <ac:spMkLst>
            <pc:docMk/>
            <pc:sldMk cId="2465301535" sldId="281"/>
            <ac:spMk id="27" creationId="{47A12285-4B6A-443B-9B0E-91A89AC060B8}"/>
          </ac:spMkLst>
        </pc:spChg>
        <pc:spChg chg="add mod">
          <ac:chgData name="Lim Kelvin" userId="624f6ae12bb7b72b" providerId="LiveId" clId="{F1251028-0FAA-4340-88A2-7AF13CC6F143}" dt="2025-12-15T06:02:50.848" v="8949" actId="20577"/>
          <ac:spMkLst>
            <pc:docMk/>
            <pc:sldMk cId="2465301535" sldId="281"/>
            <ac:spMk id="28" creationId="{7CEBF1C4-2CF3-4F03-B7A0-F0526AC79300}"/>
          </ac:spMkLst>
        </pc:spChg>
        <pc:spChg chg="add mod">
          <ac:chgData name="Lim Kelvin" userId="624f6ae12bb7b72b" providerId="LiveId" clId="{F1251028-0FAA-4340-88A2-7AF13CC6F143}" dt="2025-12-15T06:03:09.941" v="8975" actId="20577"/>
          <ac:spMkLst>
            <pc:docMk/>
            <pc:sldMk cId="2465301535" sldId="281"/>
            <ac:spMk id="29" creationId="{5D86EA78-68C6-48F4-9FB6-C65CD028ED1D}"/>
          </ac:spMkLst>
        </pc:spChg>
        <pc:picChg chg="del">
          <ac:chgData name="Lim Kelvin" userId="624f6ae12bb7b72b" providerId="LiveId" clId="{F1251028-0FAA-4340-88A2-7AF13CC6F143}" dt="2025-12-15T05:00:40.511" v="8299" actId="478"/>
          <ac:picMkLst>
            <pc:docMk/>
            <pc:sldMk cId="2465301535" sldId="281"/>
            <ac:picMk id="3" creationId="{87FA7B6C-C6A7-4D6B-BBE0-7DC1CA37331A}"/>
          </ac:picMkLst>
        </pc:picChg>
        <pc:picChg chg="add del mod ord">
          <ac:chgData name="Lim Kelvin" userId="624f6ae12bb7b72b" providerId="LiveId" clId="{F1251028-0FAA-4340-88A2-7AF13CC6F143}" dt="2025-12-15T05:03:07.225" v="8328" actId="1076"/>
          <ac:picMkLst>
            <pc:docMk/>
            <pc:sldMk cId="2465301535" sldId="281"/>
            <ac:picMk id="6" creationId="{25F7CC7D-D94F-404E-9DA2-6AC69029DB0A}"/>
          </ac:picMkLst>
        </pc:picChg>
        <pc:cxnChg chg="add del">
          <ac:chgData name="Lim Kelvin" userId="624f6ae12bb7b72b" providerId="LiveId" clId="{F1251028-0FAA-4340-88A2-7AF13CC6F143}" dt="2025-12-15T05:07:50.323" v="8393" actId="478"/>
          <ac:cxnSpMkLst>
            <pc:docMk/>
            <pc:sldMk cId="2465301535" sldId="281"/>
            <ac:cxnSpMk id="5" creationId="{D2E099A7-14B3-4E72-9E4C-F0166B9CA729}"/>
          </ac:cxnSpMkLst>
        </pc:cxnChg>
        <pc:cxnChg chg="add mod">
          <ac:chgData name="Lim Kelvin" userId="624f6ae12bb7b72b" providerId="LiveId" clId="{F1251028-0FAA-4340-88A2-7AF13CC6F143}" dt="2025-12-15T05:28:12.287" v="8665" actId="14100"/>
          <ac:cxnSpMkLst>
            <pc:docMk/>
            <pc:sldMk cId="2465301535" sldId="281"/>
            <ac:cxnSpMk id="11" creationId="{6AC29D6B-9FDF-4B16-9F02-FBAEF8A55B12}"/>
          </ac:cxnSpMkLst>
        </pc:cxnChg>
        <pc:cxnChg chg="add mod">
          <ac:chgData name="Lim Kelvin" userId="624f6ae12bb7b72b" providerId="LiveId" clId="{F1251028-0FAA-4340-88A2-7AF13CC6F143}" dt="2025-12-15T05:42:08.641" v="8821" actId="1076"/>
          <ac:cxnSpMkLst>
            <pc:docMk/>
            <pc:sldMk cId="2465301535" sldId="281"/>
            <ac:cxnSpMk id="24" creationId="{4A004B8B-8517-4DE6-ADAF-F59A8ED33732}"/>
          </ac:cxnSpMkLst>
        </pc:cxnChg>
      </pc:sldChg>
      <pc:sldChg chg="addSp delSp modSp add mod modTransition setBg">
        <pc:chgData name="Lim Kelvin" userId="624f6ae12bb7b72b" providerId="LiveId" clId="{F1251028-0FAA-4340-88A2-7AF13CC6F143}" dt="2025-12-15T10:48:38.953" v="12514"/>
        <pc:sldMkLst>
          <pc:docMk/>
          <pc:sldMk cId="2650276443" sldId="282"/>
        </pc:sldMkLst>
        <pc:spChg chg="add mod">
          <ac:chgData name="Lim Kelvin" userId="624f6ae12bb7b72b" providerId="LiveId" clId="{F1251028-0FAA-4340-88A2-7AF13CC6F143}" dt="2025-12-15T07:11:17.042" v="10748" actId="14100"/>
          <ac:spMkLst>
            <pc:docMk/>
            <pc:sldMk cId="2650276443" sldId="282"/>
            <ac:spMk id="3" creationId="{01B8C7B9-F886-4C07-A2F0-B7D92F7E67B9}"/>
          </ac:spMkLst>
        </pc:spChg>
        <pc:spChg chg="add mod ord">
          <ac:chgData name="Lim Kelvin" userId="624f6ae12bb7b72b" providerId="LiveId" clId="{F1251028-0FAA-4340-88A2-7AF13CC6F143}" dt="2025-12-15T07:11:39.013" v="10758" actId="403"/>
          <ac:spMkLst>
            <pc:docMk/>
            <pc:sldMk cId="2650276443" sldId="282"/>
            <ac:spMk id="8" creationId="{1BFFF405-E793-4A95-9A1B-9EA3172B768E}"/>
          </ac:spMkLst>
        </pc:spChg>
        <pc:picChg chg="del">
          <ac:chgData name="Lim Kelvin" userId="624f6ae12bb7b72b" providerId="LiveId" clId="{F1251028-0FAA-4340-88A2-7AF13CC6F143}" dt="2025-12-15T05:13:27.009" v="8454" actId="478"/>
          <ac:picMkLst>
            <pc:docMk/>
            <pc:sldMk cId="2650276443" sldId="282"/>
            <ac:picMk id="6" creationId="{25F7CC7D-D94F-404E-9DA2-6AC69029DB0A}"/>
          </ac:picMkLst>
        </pc:picChg>
        <pc:cxnChg chg="add mod">
          <ac:chgData name="Lim Kelvin" userId="624f6ae12bb7b72b" providerId="LiveId" clId="{F1251028-0FAA-4340-88A2-7AF13CC6F143}" dt="2025-12-15T05:14:20.065" v="8468" actId="14100"/>
          <ac:cxnSpMkLst>
            <pc:docMk/>
            <pc:sldMk cId="2650276443" sldId="282"/>
            <ac:cxnSpMk id="4" creationId="{B7E43343-69D7-4096-8EB1-64FC4E7F9128}"/>
          </ac:cxnSpMkLst>
        </pc:cxnChg>
        <pc:cxnChg chg="add mod">
          <ac:chgData name="Lim Kelvin" userId="624f6ae12bb7b72b" providerId="LiveId" clId="{F1251028-0FAA-4340-88A2-7AF13CC6F143}" dt="2025-12-15T05:14:23.847" v="8470" actId="14100"/>
          <ac:cxnSpMkLst>
            <pc:docMk/>
            <pc:sldMk cId="2650276443" sldId="282"/>
            <ac:cxnSpMk id="5" creationId="{D02DAB9C-E16F-46C4-89CA-9F8F747BB1CD}"/>
          </ac:cxnSpMkLst>
        </pc:cxnChg>
      </pc:sldChg>
      <pc:sldChg chg="addSp delSp modSp add mod">
        <pc:chgData name="Lim Kelvin" userId="624f6ae12bb7b72b" providerId="LiveId" clId="{F1251028-0FAA-4340-88A2-7AF13CC6F143}" dt="2025-12-15T06:14:35.343" v="9154" actId="20577"/>
        <pc:sldMkLst>
          <pc:docMk/>
          <pc:sldMk cId="416280824" sldId="283"/>
        </pc:sldMkLst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7" creationId="{8247C195-EC60-42D0-A6EE-0FAA42BAC274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12" creationId="{66D01F39-D309-47BA-9308-5682DA8AD4B3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13" creationId="{69955BC7-6883-48AA-8529-A09E91002370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14" creationId="{2517A1F5-A558-497E-A0C6-4AE5CF49A740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15" creationId="{A5318E6C-5DF9-4AF3-A8F8-1C8D971EA60A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16" creationId="{15FF6E05-68C4-4E87-907E-0056C8349640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18" creationId="{FFDC532E-8E9C-410F-88D7-81E0506364AE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20" creationId="{F1A02E3A-3CCD-409B-8C07-CC0CAFE98A32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21" creationId="{70D93E8F-A1E0-4E5E-B326-598AD574D799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22" creationId="{0F1337A8-9200-4933-8529-D5F7F38E604F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23" creationId="{1A7FCEF3-4C74-4BE2-8CA7-732DC31BC0A4}"/>
          </ac:spMkLst>
        </pc:spChg>
        <pc:spChg chg="mod">
          <ac:chgData name="Lim Kelvin" userId="624f6ae12bb7b72b" providerId="LiveId" clId="{F1251028-0FAA-4340-88A2-7AF13CC6F143}" dt="2025-12-15T06:11:30.806" v="9065" actId="20577"/>
          <ac:spMkLst>
            <pc:docMk/>
            <pc:sldMk cId="416280824" sldId="283"/>
            <ac:spMk id="25" creationId="{19206249-2EDD-49D0-8C45-9A6963C4A4BB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26" creationId="{9C1F279A-2457-4F0C-AB82-5FEC25A3F8A5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27" creationId="{47A12285-4B6A-443B-9B0E-91A89AC060B8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28" creationId="{7CEBF1C4-2CF3-4F03-B7A0-F0526AC79300}"/>
          </ac:spMkLst>
        </pc:spChg>
        <pc:spChg chg="mod">
          <ac:chgData name="Lim Kelvin" userId="624f6ae12bb7b72b" providerId="LiveId" clId="{F1251028-0FAA-4340-88A2-7AF13CC6F143}" dt="2025-12-15T06:04:09.744" v="8980" actId="1076"/>
          <ac:spMkLst>
            <pc:docMk/>
            <pc:sldMk cId="416280824" sldId="283"/>
            <ac:spMk id="29" creationId="{5D86EA78-68C6-48F4-9FB6-C65CD028ED1D}"/>
          </ac:spMkLst>
        </pc:spChg>
        <pc:spChg chg="add mod">
          <ac:chgData name="Lim Kelvin" userId="624f6ae12bb7b72b" providerId="LiveId" clId="{F1251028-0FAA-4340-88A2-7AF13CC6F143}" dt="2025-12-15T06:08:20.150" v="9040" actId="20577"/>
          <ac:spMkLst>
            <pc:docMk/>
            <pc:sldMk cId="416280824" sldId="283"/>
            <ac:spMk id="36" creationId="{49692D25-95D0-407E-8FC8-564D299FDEBA}"/>
          </ac:spMkLst>
        </pc:spChg>
        <pc:spChg chg="add mod">
          <ac:chgData name="Lim Kelvin" userId="624f6ae12bb7b72b" providerId="LiveId" clId="{F1251028-0FAA-4340-88A2-7AF13CC6F143}" dt="2025-12-15T06:09:00.213" v="9049" actId="20577"/>
          <ac:spMkLst>
            <pc:docMk/>
            <pc:sldMk cId="416280824" sldId="283"/>
            <ac:spMk id="37" creationId="{05A8C21F-8042-4313-9760-F0EFC58ED358}"/>
          </ac:spMkLst>
        </pc:spChg>
        <pc:spChg chg="add mod">
          <ac:chgData name="Lim Kelvin" userId="624f6ae12bb7b72b" providerId="LiveId" clId="{F1251028-0FAA-4340-88A2-7AF13CC6F143}" dt="2025-12-15T06:13:14.310" v="9102" actId="20577"/>
          <ac:spMkLst>
            <pc:docMk/>
            <pc:sldMk cId="416280824" sldId="283"/>
            <ac:spMk id="38" creationId="{B0AB5569-33A0-424C-BD7B-4DF940A94A72}"/>
          </ac:spMkLst>
        </pc:spChg>
        <pc:spChg chg="add mod">
          <ac:chgData name="Lim Kelvin" userId="624f6ae12bb7b72b" providerId="LiveId" clId="{F1251028-0FAA-4340-88A2-7AF13CC6F143}" dt="2025-12-15T06:13:22.116" v="9118" actId="20577"/>
          <ac:spMkLst>
            <pc:docMk/>
            <pc:sldMk cId="416280824" sldId="283"/>
            <ac:spMk id="39" creationId="{E498495C-BD70-4F80-94D4-F92E181062F4}"/>
          </ac:spMkLst>
        </pc:spChg>
        <pc:spChg chg="add mod">
          <ac:chgData name="Lim Kelvin" userId="624f6ae12bb7b72b" providerId="LiveId" clId="{F1251028-0FAA-4340-88A2-7AF13CC6F143}" dt="2025-12-15T06:14:35.343" v="9154" actId="20577"/>
          <ac:spMkLst>
            <pc:docMk/>
            <pc:sldMk cId="416280824" sldId="283"/>
            <ac:spMk id="40" creationId="{61C6364C-9EA7-4C13-9A16-36F7575EA6C2}"/>
          </ac:spMkLst>
        </pc:spChg>
        <pc:picChg chg="mod">
          <ac:chgData name="Lim Kelvin" userId="624f6ae12bb7b72b" providerId="LiveId" clId="{F1251028-0FAA-4340-88A2-7AF13CC6F143}" dt="2025-12-15T06:04:09.744" v="8980" actId="1076"/>
          <ac:picMkLst>
            <pc:docMk/>
            <pc:sldMk cId="416280824" sldId="283"/>
            <ac:picMk id="6" creationId="{25F7CC7D-D94F-404E-9DA2-6AC69029DB0A}"/>
          </ac:picMkLst>
        </pc:picChg>
        <pc:cxnChg chg="mod">
          <ac:chgData name="Lim Kelvin" userId="624f6ae12bb7b72b" providerId="LiveId" clId="{F1251028-0FAA-4340-88A2-7AF13CC6F143}" dt="2025-12-15T06:04:09.744" v="8980" actId="1076"/>
          <ac:cxnSpMkLst>
            <pc:docMk/>
            <pc:sldMk cId="416280824" sldId="283"/>
            <ac:cxnSpMk id="11" creationId="{6AC29D6B-9FDF-4B16-9F02-FBAEF8A55B12}"/>
          </ac:cxnSpMkLst>
        </pc:cxnChg>
        <pc:cxnChg chg="mod">
          <ac:chgData name="Lim Kelvin" userId="624f6ae12bb7b72b" providerId="LiveId" clId="{F1251028-0FAA-4340-88A2-7AF13CC6F143}" dt="2025-12-15T06:04:09.744" v="8980" actId="1076"/>
          <ac:cxnSpMkLst>
            <pc:docMk/>
            <pc:sldMk cId="416280824" sldId="283"/>
            <ac:cxnSpMk id="24" creationId="{4A004B8B-8517-4DE6-ADAF-F59A8ED33732}"/>
          </ac:cxnSpMkLst>
        </pc:cxnChg>
        <pc:cxnChg chg="add mod">
          <ac:chgData name="Lim Kelvin" userId="624f6ae12bb7b72b" providerId="LiveId" clId="{F1251028-0FAA-4340-88A2-7AF13CC6F143}" dt="2025-12-15T06:05:32.309" v="8996" actId="1076"/>
          <ac:cxnSpMkLst>
            <pc:docMk/>
            <pc:sldMk cId="416280824" sldId="283"/>
            <ac:cxnSpMk id="30" creationId="{454D5F68-F1E0-4F6B-8CEB-3139C00031DF}"/>
          </ac:cxnSpMkLst>
        </pc:cxnChg>
        <pc:cxnChg chg="add del mod">
          <ac:chgData name="Lim Kelvin" userId="624f6ae12bb7b72b" providerId="LiveId" clId="{F1251028-0FAA-4340-88A2-7AF13CC6F143}" dt="2025-12-15T06:05:58.101" v="8997" actId="478"/>
          <ac:cxnSpMkLst>
            <pc:docMk/>
            <pc:sldMk cId="416280824" sldId="283"/>
            <ac:cxnSpMk id="31" creationId="{28E0583D-80AD-4161-83DD-E44E8461F248}"/>
          </ac:cxnSpMkLst>
        </pc:cxnChg>
        <pc:cxnChg chg="add del mod">
          <ac:chgData name="Lim Kelvin" userId="624f6ae12bb7b72b" providerId="LiveId" clId="{F1251028-0FAA-4340-88A2-7AF13CC6F143}" dt="2025-12-15T06:05:58.493" v="8998" actId="478"/>
          <ac:cxnSpMkLst>
            <pc:docMk/>
            <pc:sldMk cId="416280824" sldId="283"/>
            <ac:cxnSpMk id="32" creationId="{2C602157-D15A-4919-996A-DEB21F141883}"/>
          </ac:cxnSpMkLst>
        </pc:cxnChg>
        <pc:cxnChg chg="add mod">
          <ac:chgData name="Lim Kelvin" userId="624f6ae12bb7b72b" providerId="LiveId" clId="{F1251028-0FAA-4340-88A2-7AF13CC6F143}" dt="2025-12-15T06:06:36.589" v="9005" actId="14100"/>
          <ac:cxnSpMkLst>
            <pc:docMk/>
            <pc:sldMk cId="416280824" sldId="283"/>
            <ac:cxnSpMk id="33" creationId="{A41D7D95-8229-487B-9F3A-CDC976575237}"/>
          </ac:cxnSpMkLst>
        </pc:cxnChg>
        <pc:cxnChg chg="add mod">
          <ac:chgData name="Lim Kelvin" userId="624f6ae12bb7b72b" providerId="LiveId" clId="{F1251028-0FAA-4340-88A2-7AF13CC6F143}" dt="2025-12-15T06:07:08.020" v="9014" actId="14100"/>
          <ac:cxnSpMkLst>
            <pc:docMk/>
            <pc:sldMk cId="416280824" sldId="283"/>
            <ac:cxnSpMk id="34" creationId="{BC4A1C79-88DA-4AB8-BE64-8EFB5987AE50}"/>
          </ac:cxnSpMkLst>
        </pc:cxnChg>
      </pc:sldChg>
      <pc:sldChg chg="addSp delSp modSp add del mod">
        <pc:chgData name="Lim Kelvin" userId="624f6ae12bb7b72b" providerId="LiveId" clId="{F1251028-0FAA-4340-88A2-7AF13CC6F143}" dt="2025-12-15T09:04:56.583" v="11976" actId="47"/>
        <pc:sldMkLst>
          <pc:docMk/>
          <pc:sldMk cId="1591491930" sldId="284"/>
        </pc:sldMkLst>
        <pc:spChg chg="add del mod">
          <ac:chgData name="Lim Kelvin" userId="624f6ae12bb7b72b" providerId="LiveId" clId="{F1251028-0FAA-4340-88A2-7AF13CC6F143}" dt="2025-12-15T06:34:12.852" v="9503" actId="478"/>
          <ac:spMkLst>
            <pc:docMk/>
            <pc:sldMk cId="1591491930" sldId="284"/>
            <ac:spMk id="2" creationId="{B38A633B-5236-4772-B6BB-977159475561}"/>
          </ac:spMkLst>
        </pc:spChg>
        <pc:spChg chg="add del mod">
          <ac:chgData name="Lim Kelvin" userId="624f6ae12bb7b72b" providerId="LiveId" clId="{F1251028-0FAA-4340-88A2-7AF13CC6F143}" dt="2025-12-15T06:36:40.023" v="9541" actId="478"/>
          <ac:spMkLst>
            <pc:docMk/>
            <pc:sldMk cId="1591491930" sldId="284"/>
            <ac:spMk id="3" creationId="{E0D9630B-86AF-4C28-B46F-B045F5EC5A13}"/>
          </ac:spMkLst>
        </pc:spChg>
        <pc:spChg chg="mod">
          <ac:chgData name="Lim Kelvin" userId="624f6ae12bb7b72b" providerId="LiveId" clId="{F1251028-0FAA-4340-88A2-7AF13CC6F143}" dt="2025-12-15T06:15:27.325" v="9160" actId="1076"/>
          <ac:spMkLst>
            <pc:docMk/>
            <pc:sldMk cId="1591491930" sldId="284"/>
            <ac:spMk id="5" creationId="{0FC0A582-7681-4243-8139-C1E1C8376212}"/>
          </ac:spMkLst>
        </pc:spChg>
        <pc:spChg chg="add mod">
          <ac:chgData name="Lim Kelvin" userId="624f6ae12bb7b72b" providerId="LiveId" clId="{F1251028-0FAA-4340-88A2-7AF13CC6F143}" dt="2025-12-15T06:16:49.916" v="9189" actId="20577"/>
          <ac:spMkLst>
            <pc:docMk/>
            <pc:sldMk cId="1591491930" sldId="284"/>
            <ac:spMk id="6" creationId="{AD6005E2-DD03-4925-9ABC-663A7F2CB8E7}"/>
          </ac:spMkLst>
        </pc:spChg>
        <pc:spChg chg="add mod">
          <ac:chgData name="Lim Kelvin" userId="624f6ae12bb7b72b" providerId="LiveId" clId="{F1251028-0FAA-4340-88A2-7AF13CC6F143}" dt="2025-12-15T06:17:31.558" v="9200" actId="1076"/>
          <ac:spMkLst>
            <pc:docMk/>
            <pc:sldMk cId="1591491930" sldId="284"/>
            <ac:spMk id="8" creationId="{B2BB64AC-2E68-4459-97BC-53F4C7405884}"/>
          </ac:spMkLst>
        </pc:spChg>
        <pc:spChg chg="del ord">
          <ac:chgData name="Lim Kelvin" userId="624f6ae12bb7b72b" providerId="LiveId" clId="{F1251028-0FAA-4340-88A2-7AF13CC6F143}" dt="2025-12-15T06:34:19.416" v="9504" actId="478"/>
          <ac:spMkLst>
            <pc:docMk/>
            <pc:sldMk cId="1591491930" sldId="284"/>
            <ac:spMk id="9" creationId="{06105B47-C1BB-4E63-9FC1-A6182B04D0A2}"/>
          </ac:spMkLst>
        </pc:spChg>
        <pc:spChg chg="add mod">
          <ac:chgData name="Lim Kelvin" userId="624f6ae12bb7b72b" providerId="LiveId" clId="{F1251028-0FAA-4340-88A2-7AF13CC6F143}" dt="2025-12-15T06:19:08.957" v="9246" actId="20577"/>
          <ac:spMkLst>
            <pc:docMk/>
            <pc:sldMk cId="1591491930" sldId="284"/>
            <ac:spMk id="10" creationId="{F07D1714-8245-4C47-AD12-DAC7BA796323}"/>
          </ac:spMkLst>
        </pc:spChg>
        <pc:spChg chg="add mod">
          <ac:chgData name="Lim Kelvin" userId="624f6ae12bb7b72b" providerId="LiveId" clId="{F1251028-0FAA-4340-88A2-7AF13CC6F143}" dt="2025-12-15T06:20:39.708" v="9287" actId="20577"/>
          <ac:spMkLst>
            <pc:docMk/>
            <pc:sldMk cId="1591491930" sldId="284"/>
            <ac:spMk id="11" creationId="{1F0AE0D9-A613-4F33-8D8D-7E71E5E04FD2}"/>
          </ac:spMkLst>
        </pc:spChg>
        <pc:spChg chg="add mod">
          <ac:chgData name="Lim Kelvin" userId="624f6ae12bb7b72b" providerId="LiveId" clId="{F1251028-0FAA-4340-88A2-7AF13CC6F143}" dt="2025-12-15T06:21:21.553" v="9316" actId="14100"/>
          <ac:spMkLst>
            <pc:docMk/>
            <pc:sldMk cId="1591491930" sldId="284"/>
            <ac:spMk id="12" creationId="{68C5B220-2C04-4D6C-B767-811CA3EC5C60}"/>
          </ac:spMkLst>
        </pc:spChg>
        <pc:spChg chg="add mod">
          <ac:chgData name="Lim Kelvin" userId="624f6ae12bb7b72b" providerId="LiveId" clId="{F1251028-0FAA-4340-88A2-7AF13CC6F143}" dt="2025-12-15T06:31:04.643" v="9501" actId="14100"/>
          <ac:spMkLst>
            <pc:docMk/>
            <pc:sldMk cId="1591491930" sldId="284"/>
            <ac:spMk id="13" creationId="{E5B4F66F-23CD-4A2C-ACA1-F17A188EA2B2}"/>
          </ac:spMkLst>
        </pc:spChg>
        <pc:spChg chg="add mod">
          <ac:chgData name="Lim Kelvin" userId="624f6ae12bb7b72b" providerId="LiveId" clId="{F1251028-0FAA-4340-88A2-7AF13CC6F143}" dt="2025-12-15T06:30:48.369" v="9497" actId="1076"/>
          <ac:spMkLst>
            <pc:docMk/>
            <pc:sldMk cId="1591491930" sldId="284"/>
            <ac:spMk id="14" creationId="{2D690E4C-7FC7-41AF-8C02-08E95E8B59F9}"/>
          </ac:spMkLst>
        </pc:spChg>
        <pc:spChg chg="add mod">
          <ac:chgData name="Lim Kelvin" userId="624f6ae12bb7b72b" providerId="LiveId" clId="{F1251028-0FAA-4340-88A2-7AF13CC6F143}" dt="2025-12-15T06:30:51.631" v="9499" actId="1076"/>
          <ac:spMkLst>
            <pc:docMk/>
            <pc:sldMk cId="1591491930" sldId="284"/>
            <ac:spMk id="15" creationId="{7814B8CF-D367-4013-8A4C-29A12D28CA7F}"/>
          </ac:spMkLst>
        </pc:spChg>
        <pc:spChg chg="add mod">
          <ac:chgData name="Lim Kelvin" userId="624f6ae12bb7b72b" providerId="LiveId" clId="{F1251028-0FAA-4340-88A2-7AF13CC6F143}" dt="2025-12-15T06:30:45.198" v="9496" actId="1076"/>
          <ac:spMkLst>
            <pc:docMk/>
            <pc:sldMk cId="1591491930" sldId="284"/>
            <ac:spMk id="16" creationId="{35C17BF9-B83D-4F4B-B41F-7FCCED98BD73}"/>
          </ac:spMkLst>
        </pc:spChg>
        <pc:spChg chg="add del mod">
          <ac:chgData name="Lim Kelvin" userId="624f6ae12bb7b72b" providerId="LiveId" clId="{F1251028-0FAA-4340-88A2-7AF13CC6F143}" dt="2025-12-15T06:34:12.591" v="9502" actId="478"/>
          <ac:spMkLst>
            <pc:docMk/>
            <pc:sldMk cId="1591491930" sldId="284"/>
            <ac:spMk id="17" creationId="{48A26ABD-85AA-4A7F-984D-1C49CF8C4CE7}"/>
          </ac:spMkLst>
        </pc:spChg>
        <pc:spChg chg="add mod">
          <ac:chgData name="Lim Kelvin" userId="624f6ae12bb7b72b" providerId="LiveId" clId="{F1251028-0FAA-4340-88A2-7AF13CC6F143}" dt="2025-12-15T06:42:36.557" v="9915" actId="207"/>
          <ac:spMkLst>
            <pc:docMk/>
            <pc:sldMk cId="1591491930" sldId="284"/>
            <ac:spMk id="19" creationId="{F4BBBEDC-3C7B-4182-B260-DA63B63A5D4D}"/>
          </ac:spMkLst>
        </pc:spChg>
        <pc:picChg chg="add mod">
          <ac:chgData name="Lim Kelvin" userId="624f6ae12bb7b72b" providerId="LiveId" clId="{F1251028-0FAA-4340-88A2-7AF13CC6F143}" dt="2025-12-15T06:38:42.997" v="9574"/>
          <ac:picMkLst>
            <pc:docMk/>
            <pc:sldMk cId="1591491930" sldId="284"/>
            <ac:picMk id="18" creationId="{AEF3EFD1-B84F-4CBA-8D62-D2AD0B066FE9}"/>
          </ac:picMkLst>
        </pc:picChg>
      </pc:sldChg>
      <pc:sldChg chg="add del">
        <pc:chgData name="Lim Kelvin" userId="624f6ae12bb7b72b" providerId="LiveId" clId="{F1251028-0FAA-4340-88A2-7AF13CC6F143}" dt="2025-12-15T06:49:28.344" v="10028" actId="47"/>
        <pc:sldMkLst>
          <pc:docMk/>
          <pc:sldMk cId="1015753981" sldId="285"/>
        </pc:sldMkLst>
      </pc:sldChg>
      <pc:sldChg chg="addSp delSp modSp add del mod setBg">
        <pc:chgData name="Lim Kelvin" userId="624f6ae12bb7b72b" providerId="LiveId" clId="{F1251028-0FAA-4340-88A2-7AF13CC6F143}" dt="2025-12-15T09:04:58.036" v="11978" actId="47"/>
        <pc:sldMkLst>
          <pc:docMk/>
          <pc:sldMk cId="990064712" sldId="286"/>
        </pc:sldMkLst>
        <pc:spChg chg="mod">
          <ac:chgData name="Lim Kelvin" userId="624f6ae12bb7b72b" providerId="LiveId" clId="{F1251028-0FAA-4340-88A2-7AF13CC6F143}" dt="2025-12-15T06:48:42.652" v="10010" actId="1076"/>
          <ac:spMkLst>
            <pc:docMk/>
            <pc:sldMk cId="990064712" sldId="286"/>
            <ac:spMk id="5" creationId="{0FC0A582-7681-4243-8139-C1E1C8376212}"/>
          </ac:spMkLst>
        </pc:spChg>
        <pc:spChg chg="mod">
          <ac:chgData name="Lim Kelvin" userId="624f6ae12bb7b72b" providerId="LiveId" clId="{F1251028-0FAA-4340-88A2-7AF13CC6F143}" dt="2025-12-15T06:47:25.540" v="10000" actId="1076"/>
          <ac:spMkLst>
            <pc:docMk/>
            <pc:sldMk cId="990064712" sldId="286"/>
            <ac:spMk id="6" creationId="{AD6005E2-DD03-4925-9ABC-663A7F2CB8E7}"/>
          </ac:spMkLst>
        </pc:spChg>
        <pc:spChg chg="mod">
          <ac:chgData name="Lim Kelvin" userId="624f6ae12bb7b72b" providerId="LiveId" clId="{F1251028-0FAA-4340-88A2-7AF13CC6F143}" dt="2025-12-15T06:47:25.540" v="10000" actId="1076"/>
          <ac:spMkLst>
            <pc:docMk/>
            <pc:sldMk cId="990064712" sldId="286"/>
            <ac:spMk id="8" creationId="{B2BB64AC-2E68-4459-97BC-53F4C7405884}"/>
          </ac:spMkLst>
        </pc:spChg>
        <pc:spChg chg="mod">
          <ac:chgData name="Lim Kelvin" userId="624f6ae12bb7b72b" providerId="LiveId" clId="{F1251028-0FAA-4340-88A2-7AF13CC6F143}" dt="2025-12-15T06:47:25.540" v="10000" actId="1076"/>
          <ac:spMkLst>
            <pc:docMk/>
            <pc:sldMk cId="990064712" sldId="286"/>
            <ac:spMk id="10" creationId="{F07D1714-8245-4C47-AD12-DAC7BA796323}"/>
          </ac:spMkLst>
        </pc:spChg>
        <pc:spChg chg="mod">
          <ac:chgData name="Lim Kelvin" userId="624f6ae12bb7b72b" providerId="LiveId" clId="{F1251028-0FAA-4340-88A2-7AF13CC6F143}" dt="2025-12-15T06:47:25.540" v="10000" actId="1076"/>
          <ac:spMkLst>
            <pc:docMk/>
            <pc:sldMk cId="990064712" sldId="286"/>
            <ac:spMk id="11" creationId="{1F0AE0D9-A613-4F33-8D8D-7E71E5E04FD2}"/>
          </ac:spMkLst>
        </pc:spChg>
        <pc:spChg chg="mod">
          <ac:chgData name="Lim Kelvin" userId="624f6ae12bb7b72b" providerId="LiveId" clId="{F1251028-0FAA-4340-88A2-7AF13CC6F143}" dt="2025-12-15T06:47:25.540" v="10000" actId="1076"/>
          <ac:spMkLst>
            <pc:docMk/>
            <pc:sldMk cId="990064712" sldId="286"/>
            <ac:spMk id="12" creationId="{68C5B220-2C04-4D6C-B767-811CA3EC5C60}"/>
          </ac:spMkLst>
        </pc:spChg>
        <pc:spChg chg="mod">
          <ac:chgData name="Lim Kelvin" userId="624f6ae12bb7b72b" providerId="LiveId" clId="{F1251028-0FAA-4340-88A2-7AF13CC6F143}" dt="2025-12-15T06:47:25.540" v="10000" actId="1076"/>
          <ac:spMkLst>
            <pc:docMk/>
            <pc:sldMk cId="990064712" sldId="286"/>
            <ac:spMk id="13" creationId="{E5B4F66F-23CD-4A2C-ACA1-F17A188EA2B2}"/>
          </ac:spMkLst>
        </pc:spChg>
        <pc:spChg chg="mod">
          <ac:chgData name="Lim Kelvin" userId="624f6ae12bb7b72b" providerId="LiveId" clId="{F1251028-0FAA-4340-88A2-7AF13CC6F143}" dt="2025-12-15T06:47:25.540" v="10000" actId="1076"/>
          <ac:spMkLst>
            <pc:docMk/>
            <pc:sldMk cId="990064712" sldId="286"/>
            <ac:spMk id="14" creationId="{2D690E4C-7FC7-41AF-8C02-08E95E8B59F9}"/>
          </ac:spMkLst>
        </pc:spChg>
        <pc:spChg chg="mod">
          <ac:chgData name="Lim Kelvin" userId="624f6ae12bb7b72b" providerId="LiveId" clId="{F1251028-0FAA-4340-88A2-7AF13CC6F143}" dt="2025-12-15T06:47:25.540" v="10000" actId="1076"/>
          <ac:spMkLst>
            <pc:docMk/>
            <pc:sldMk cId="990064712" sldId="286"/>
            <ac:spMk id="15" creationId="{7814B8CF-D367-4013-8A4C-29A12D28CA7F}"/>
          </ac:spMkLst>
        </pc:spChg>
        <pc:spChg chg="mod">
          <ac:chgData name="Lim Kelvin" userId="624f6ae12bb7b72b" providerId="LiveId" clId="{F1251028-0FAA-4340-88A2-7AF13CC6F143}" dt="2025-12-15T06:47:25.540" v="10000" actId="1076"/>
          <ac:spMkLst>
            <pc:docMk/>
            <pc:sldMk cId="990064712" sldId="286"/>
            <ac:spMk id="16" creationId="{35C17BF9-B83D-4F4B-B41F-7FCCED98BD73}"/>
          </ac:spMkLst>
        </pc:spChg>
        <pc:spChg chg="mod">
          <ac:chgData name="Lim Kelvin" userId="624f6ae12bb7b72b" providerId="LiveId" clId="{F1251028-0FAA-4340-88A2-7AF13CC6F143}" dt="2025-12-15T06:48:39.805" v="10003" actId="1076"/>
          <ac:spMkLst>
            <pc:docMk/>
            <pc:sldMk cId="990064712" sldId="286"/>
            <ac:spMk id="19" creationId="{F4BBBEDC-3C7B-4182-B260-DA63B63A5D4D}"/>
          </ac:spMkLst>
        </pc:spChg>
        <pc:picChg chg="add mod ord">
          <ac:chgData name="Lim Kelvin" userId="624f6ae12bb7b72b" providerId="LiveId" clId="{F1251028-0FAA-4340-88A2-7AF13CC6F143}" dt="2025-12-15T06:46:36.176" v="9943" actId="1076"/>
          <ac:picMkLst>
            <pc:docMk/>
            <pc:sldMk cId="990064712" sldId="286"/>
            <ac:picMk id="17" creationId="{F437C4D9-EFB6-4DB6-B9A9-2F1FAE843323}"/>
          </ac:picMkLst>
        </pc:picChg>
        <pc:picChg chg="del">
          <ac:chgData name="Lim Kelvin" userId="624f6ae12bb7b72b" providerId="LiveId" clId="{F1251028-0FAA-4340-88A2-7AF13CC6F143}" dt="2025-12-15T06:43:25.752" v="9917" actId="21"/>
          <ac:picMkLst>
            <pc:docMk/>
            <pc:sldMk cId="990064712" sldId="286"/>
            <ac:picMk id="18" creationId="{AEF3EFD1-B84F-4CBA-8D62-D2AD0B066FE9}"/>
          </ac:picMkLst>
        </pc:picChg>
      </pc:sldChg>
      <pc:sldChg chg="delSp modSp add del mod">
        <pc:chgData name="Lim Kelvin" userId="624f6ae12bb7b72b" providerId="LiveId" clId="{F1251028-0FAA-4340-88A2-7AF13CC6F143}" dt="2025-12-15T09:04:57.285" v="11977" actId="47"/>
        <pc:sldMkLst>
          <pc:docMk/>
          <pc:sldMk cId="445339573" sldId="287"/>
        </pc:sldMkLst>
        <pc:spChg chg="mod">
          <ac:chgData name="Lim Kelvin" userId="624f6ae12bb7b72b" providerId="LiveId" clId="{F1251028-0FAA-4340-88A2-7AF13CC6F143}" dt="2025-12-15T06:48:39.137" v="10002" actId="1076"/>
          <ac:spMkLst>
            <pc:docMk/>
            <pc:sldMk cId="445339573" sldId="287"/>
            <ac:spMk id="19" creationId="{F4BBBEDC-3C7B-4182-B260-DA63B63A5D4D}"/>
          </ac:spMkLst>
        </pc:spChg>
        <pc:picChg chg="del">
          <ac:chgData name="Lim Kelvin" userId="624f6ae12bb7b72b" providerId="LiveId" clId="{F1251028-0FAA-4340-88A2-7AF13CC6F143}" dt="2025-12-15T06:46:49.843" v="9947" actId="21"/>
          <ac:picMkLst>
            <pc:docMk/>
            <pc:sldMk cId="445339573" sldId="287"/>
            <ac:picMk id="18" creationId="{AEF3EFD1-B84F-4CBA-8D62-D2AD0B066FE9}"/>
          </ac:picMkLst>
        </pc:picChg>
      </pc:sldChg>
      <pc:sldChg chg="addSp delSp modSp add del mod ord">
        <pc:chgData name="Lim Kelvin" userId="624f6ae12bb7b72b" providerId="LiveId" clId="{F1251028-0FAA-4340-88A2-7AF13CC6F143}" dt="2025-12-15T07:07:32.821" v="10560" actId="47"/>
        <pc:sldMkLst>
          <pc:docMk/>
          <pc:sldMk cId="1973458588" sldId="288"/>
        </pc:sldMkLst>
        <pc:spChg chg="add mod ord">
          <ac:chgData name="Lim Kelvin" userId="624f6ae12bb7b72b" providerId="LiveId" clId="{F1251028-0FAA-4340-88A2-7AF13CC6F143}" dt="2025-12-15T07:00:46.386" v="10503" actId="166"/>
          <ac:spMkLst>
            <pc:docMk/>
            <pc:sldMk cId="1973458588" sldId="288"/>
            <ac:spMk id="17" creationId="{DC7452FB-D445-453A-90F7-E7BF0584DC75}"/>
          </ac:spMkLst>
        </pc:spChg>
        <pc:spChg chg="del">
          <ac:chgData name="Lim Kelvin" userId="624f6ae12bb7b72b" providerId="LiveId" clId="{F1251028-0FAA-4340-88A2-7AF13CC6F143}" dt="2025-12-15T06:49:25.827" v="10027" actId="478"/>
          <ac:spMkLst>
            <pc:docMk/>
            <pc:sldMk cId="1973458588" sldId="288"/>
            <ac:spMk id="19" creationId="{F4BBBEDC-3C7B-4182-B260-DA63B63A5D4D}"/>
          </ac:spMkLst>
        </pc:spChg>
        <pc:spChg chg="add mod">
          <ac:chgData name="Lim Kelvin" userId="624f6ae12bb7b72b" providerId="LiveId" clId="{F1251028-0FAA-4340-88A2-7AF13CC6F143}" dt="2025-12-15T06:54:24.438" v="10075" actId="20577"/>
          <ac:spMkLst>
            <pc:docMk/>
            <pc:sldMk cId="1973458588" sldId="288"/>
            <ac:spMk id="20" creationId="{4B65F36F-51DE-4C58-BA90-D3126B80C852}"/>
          </ac:spMkLst>
        </pc:spChg>
        <pc:spChg chg="add mod ord">
          <ac:chgData name="Lim Kelvin" userId="624f6ae12bb7b72b" providerId="LiveId" clId="{F1251028-0FAA-4340-88A2-7AF13CC6F143}" dt="2025-12-15T07:00:46.386" v="10503" actId="166"/>
          <ac:spMkLst>
            <pc:docMk/>
            <pc:sldMk cId="1973458588" sldId="288"/>
            <ac:spMk id="21" creationId="{49AF5071-06A5-42DD-86EE-B0E82EE07348}"/>
          </ac:spMkLst>
        </pc:spChg>
        <pc:spChg chg="add mod ord">
          <ac:chgData name="Lim Kelvin" userId="624f6ae12bb7b72b" providerId="LiveId" clId="{F1251028-0FAA-4340-88A2-7AF13CC6F143}" dt="2025-12-15T07:00:46.386" v="10503" actId="166"/>
          <ac:spMkLst>
            <pc:docMk/>
            <pc:sldMk cId="1973458588" sldId="288"/>
            <ac:spMk id="22" creationId="{20E9719F-81D0-41DC-A37C-A7D3B4DDAF33}"/>
          </ac:spMkLst>
        </pc:spChg>
        <pc:spChg chg="add mod ord">
          <ac:chgData name="Lim Kelvin" userId="624f6ae12bb7b72b" providerId="LiveId" clId="{F1251028-0FAA-4340-88A2-7AF13CC6F143}" dt="2025-12-15T07:06:22.372" v="10555" actId="1076"/>
          <ac:spMkLst>
            <pc:docMk/>
            <pc:sldMk cId="1973458588" sldId="288"/>
            <ac:spMk id="23" creationId="{DFF7A29D-382F-4003-B374-73DC3C4E0918}"/>
          </ac:spMkLst>
        </pc:spChg>
        <pc:picChg chg="del">
          <ac:chgData name="Lim Kelvin" userId="624f6ae12bb7b72b" providerId="LiveId" clId="{F1251028-0FAA-4340-88A2-7AF13CC6F143}" dt="2025-12-15T06:49:19.988" v="10025" actId="478"/>
          <ac:picMkLst>
            <pc:docMk/>
            <pc:sldMk cId="1973458588" sldId="288"/>
            <ac:picMk id="18" creationId="{AEF3EFD1-B84F-4CBA-8D62-D2AD0B066FE9}"/>
          </ac:picMkLst>
        </pc:picChg>
      </pc:sldChg>
      <pc:sldChg chg="add del">
        <pc:chgData name="Lim Kelvin" userId="624f6ae12bb7b72b" providerId="LiveId" clId="{F1251028-0FAA-4340-88A2-7AF13CC6F143}" dt="2025-12-15T06:56:51.761" v="10192" actId="47"/>
        <pc:sldMkLst>
          <pc:docMk/>
          <pc:sldMk cId="1959902285" sldId="289"/>
        </pc:sldMkLst>
      </pc:sldChg>
      <pc:sldChg chg="modSp add del mod">
        <pc:chgData name="Lim Kelvin" userId="624f6ae12bb7b72b" providerId="LiveId" clId="{F1251028-0FAA-4340-88A2-7AF13CC6F143}" dt="2025-12-15T06:57:59.901" v="10476" actId="47"/>
        <pc:sldMkLst>
          <pc:docMk/>
          <pc:sldMk cId="1199461261" sldId="290"/>
        </pc:sldMkLst>
        <pc:spChg chg="mod">
          <ac:chgData name="Lim Kelvin" userId="624f6ae12bb7b72b" providerId="LiveId" clId="{F1251028-0FAA-4340-88A2-7AF13CC6F143}" dt="2025-12-15T06:57:45.090" v="10474" actId="207"/>
          <ac:spMkLst>
            <pc:docMk/>
            <pc:sldMk cId="1199461261" sldId="290"/>
            <ac:spMk id="21" creationId="{49AF5071-06A5-42DD-86EE-B0E82EE07348}"/>
          </ac:spMkLst>
        </pc:spChg>
        <pc:spChg chg="mod">
          <ac:chgData name="Lim Kelvin" userId="624f6ae12bb7b72b" providerId="LiveId" clId="{F1251028-0FAA-4340-88A2-7AF13CC6F143}" dt="2025-12-15T06:57:05.869" v="10195" actId="1076"/>
          <ac:spMkLst>
            <pc:docMk/>
            <pc:sldMk cId="1199461261" sldId="290"/>
            <ac:spMk id="22" creationId="{20E9719F-81D0-41DC-A37C-A7D3B4DDAF33}"/>
          </ac:spMkLst>
        </pc:spChg>
      </pc:sldChg>
      <pc:sldChg chg="add del">
        <pc:chgData name="Lim Kelvin" userId="624f6ae12bb7b72b" providerId="LiveId" clId="{F1251028-0FAA-4340-88A2-7AF13CC6F143}" dt="2025-12-15T07:06:40.015" v="10557" actId="47"/>
        <pc:sldMkLst>
          <pc:docMk/>
          <pc:sldMk cId="547619640" sldId="291"/>
        </pc:sldMkLst>
      </pc:sldChg>
      <pc:sldChg chg="modSp add mod setBg">
        <pc:chgData name="Lim Kelvin" userId="624f6ae12bb7b72b" providerId="LiveId" clId="{F1251028-0FAA-4340-88A2-7AF13CC6F143}" dt="2025-12-15T10:49:14.683" v="12517"/>
        <pc:sldMkLst>
          <pc:docMk/>
          <pc:sldMk cId="1252118803" sldId="292"/>
        </pc:sldMkLst>
        <pc:spChg chg="mod">
          <ac:chgData name="Lim Kelvin" userId="624f6ae12bb7b72b" providerId="LiveId" clId="{F1251028-0FAA-4340-88A2-7AF13CC6F143}" dt="2025-12-15T09:09:55.552" v="11995" actId="113"/>
          <ac:spMkLst>
            <pc:docMk/>
            <pc:sldMk cId="1252118803" sldId="292"/>
            <ac:spMk id="17" creationId="{DC7452FB-D445-453A-90F7-E7BF0584DC75}"/>
          </ac:spMkLst>
        </pc:spChg>
        <pc:spChg chg="mod">
          <ac:chgData name="Lim Kelvin" userId="624f6ae12bb7b72b" providerId="LiveId" clId="{F1251028-0FAA-4340-88A2-7AF13CC6F143}" dt="2025-12-15T09:09:56.935" v="11997" actId="1076"/>
          <ac:spMkLst>
            <pc:docMk/>
            <pc:sldMk cId="1252118803" sldId="292"/>
            <ac:spMk id="20" creationId="{4B65F36F-51DE-4C58-BA90-D3126B80C852}"/>
          </ac:spMkLst>
        </pc:spChg>
        <pc:spChg chg="mod">
          <ac:chgData name="Lim Kelvin" userId="624f6ae12bb7b72b" providerId="LiveId" clId="{F1251028-0FAA-4340-88A2-7AF13CC6F143}" dt="2025-12-15T08:59:22.216" v="11866" actId="692"/>
          <ac:spMkLst>
            <pc:docMk/>
            <pc:sldMk cId="1252118803" sldId="292"/>
            <ac:spMk id="21" creationId="{49AF5071-06A5-42DD-86EE-B0E82EE07348}"/>
          </ac:spMkLst>
        </pc:spChg>
        <pc:spChg chg="mod">
          <ac:chgData name="Lim Kelvin" userId="624f6ae12bb7b72b" providerId="LiveId" clId="{F1251028-0FAA-4340-88A2-7AF13CC6F143}" dt="2025-12-15T09:10:00.131" v="11998" actId="113"/>
          <ac:spMkLst>
            <pc:docMk/>
            <pc:sldMk cId="1252118803" sldId="292"/>
            <ac:spMk id="22" creationId="{20E9719F-81D0-41DC-A37C-A7D3B4DDAF33}"/>
          </ac:spMkLst>
        </pc:spChg>
        <pc:spChg chg="mod">
          <ac:chgData name="Lim Kelvin" userId="624f6ae12bb7b72b" providerId="LiveId" clId="{F1251028-0FAA-4340-88A2-7AF13CC6F143}" dt="2025-12-15T07:07:25.727" v="10558" actId="1076"/>
          <ac:spMkLst>
            <pc:docMk/>
            <pc:sldMk cId="1252118803" sldId="292"/>
            <ac:spMk id="23" creationId="{DFF7A29D-382F-4003-B374-73DC3C4E0918}"/>
          </ac:spMkLst>
        </pc:spChg>
      </pc:sldChg>
      <pc:sldChg chg="add del">
        <pc:chgData name="Lim Kelvin" userId="624f6ae12bb7b72b" providerId="LiveId" clId="{F1251028-0FAA-4340-88A2-7AF13CC6F143}" dt="2025-12-15T07:08:54.731" v="10714" actId="47"/>
        <pc:sldMkLst>
          <pc:docMk/>
          <pc:sldMk cId="1340114407" sldId="293"/>
        </pc:sldMkLst>
      </pc:sldChg>
      <pc:sldChg chg="add del">
        <pc:chgData name="Lim Kelvin" userId="624f6ae12bb7b72b" providerId="LiveId" clId="{F1251028-0FAA-4340-88A2-7AF13CC6F143}" dt="2025-12-15T09:05:01.607" v="11979" actId="47"/>
        <pc:sldMkLst>
          <pc:docMk/>
          <pc:sldMk cId="316637588" sldId="294"/>
        </pc:sldMkLst>
      </pc:sldChg>
      <pc:sldChg chg="modSp add mod ord modTransition">
        <pc:chgData name="Lim Kelvin" userId="624f6ae12bb7b72b" providerId="LiveId" clId="{F1251028-0FAA-4340-88A2-7AF13CC6F143}" dt="2025-12-15T09:05:21.289" v="11983"/>
        <pc:sldMkLst>
          <pc:docMk/>
          <pc:sldMk cId="173104738" sldId="295"/>
        </pc:sldMkLst>
        <pc:spChg chg="mod">
          <ac:chgData name="Lim Kelvin" userId="624f6ae12bb7b72b" providerId="LiveId" clId="{F1251028-0FAA-4340-88A2-7AF13CC6F143}" dt="2025-12-15T07:35:04.467" v="10903" actId="1076"/>
          <ac:spMkLst>
            <pc:docMk/>
            <pc:sldMk cId="173104738" sldId="295"/>
            <ac:spMk id="5" creationId="{3BAF0207-B444-4304-9666-A12A1F324F4F}"/>
          </ac:spMkLst>
        </pc:spChg>
        <pc:spChg chg="mod">
          <ac:chgData name="Lim Kelvin" userId="624f6ae12bb7b72b" providerId="LiveId" clId="{F1251028-0FAA-4340-88A2-7AF13CC6F143}" dt="2025-12-15T07:36:17.124" v="10919" actId="1076"/>
          <ac:spMkLst>
            <pc:docMk/>
            <pc:sldMk cId="173104738" sldId="295"/>
            <ac:spMk id="11" creationId="{994639DA-E33A-47C0-888D-C1F3A6308374}"/>
          </ac:spMkLst>
        </pc:spChg>
        <pc:cxnChg chg="mod">
          <ac:chgData name="Lim Kelvin" userId="624f6ae12bb7b72b" providerId="LiveId" clId="{F1251028-0FAA-4340-88A2-7AF13CC6F143}" dt="2025-12-15T07:35:09.317" v="10905" actId="14100"/>
          <ac:cxnSpMkLst>
            <pc:docMk/>
            <pc:sldMk cId="173104738" sldId="295"/>
            <ac:cxnSpMk id="3" creationId="{6645B254-86F4-4A0F-91D4-1D8AE4F4E5FC}"/>
          </ac:cxnSpMkLst>
        </pc:cxnChg>
        <pc:cxnChg chg="mod">
          <ac:chgData name="Lim Kelvin" userId="624f6ae12bb7b72b" providerId="LiveId" clId="{F1251028-0FAA-4340-88A2-7AF13CC6F143}" dt="2025-12-15T07:35:13.983" v="10907" actId="1076"/>
          <ac:cxnSpMkLst>
            <pc:docMk/>
            <pc:sldMk cId="173104738" sldId="295"/>
            <ac:cxnSpMk id="8" creationId="{E1C05AFD-7532-403B-B513-88071C2FF763}"/>
          </ac:cxnSpMkLst>
        </pc:cxnChg>
      </pc:sldChg>
      <pc:sldChg chg="addSp delSp modSp add mod">
        <pc:chgData name="Lim Kelvin" userId="624f6ae12bb7b72b" providerId="LiveId" clId="{F1251028-0FAA-4340-88A2-7AF13CC6F143}" dt="2025-12-15T07:45:06.973" v="10948" actId="1076"/>
        <pc:sldMkLst>
          <pc:docMk/>
          <pc:sldMk cId="194208986" sldId="296"/>
        </pc:sldMkLst>
        <pc:spChg chg="del">
          <ac:chgData name="Lim Kelvin" userId="624f6ae12bb7b72b" providerId="LiveId" clId="{F1251028-0FAA-4340-88A2-7AF13CC6F143}" dt="2025-12-15T07:38:34.055" v="10921" actId="478"/>
          <ac:spMkLst>
            <pc:docMk/>
            <pc:sldMk cId="194208986" sldId="296"/>
            <ac:spMk id="5" creationId="{3BAF0207-B444-4304-9666-A12A1F324F4F}"/>
          </ac:spMkLst>
        </pc:spChg>
        <pc:spChg chg="del mod">
          <ac:chgData name="Lim Kelvin" userId="624f6ae12bb7b72b" providerId="LiveId" clId="{F1251028-0FAA-4340-88A2-7AF13CC6F143}" dt="2025-12-15T07:38:40.034" v="10925" actId="478"/>
          <ac:spMkLst>
            <pc:docMk/>
            <pc:sldMk cId="194208986" sldId="296"/>
            <ac:spMk id="11" creationId="{994639DA-E33A-47C0-888D-C1F3A6308374}"/>
          </ac:spMkLst>
        </pc:spChg>
        <pc:picChg chg="add mod">
          <ac:chgData name="Lim Kelvin" userId="624f6ae12bb7b72b" providerId="LiveId" clId="{F1251028-0FAA-4340-88A2-7AF13CC6F143}" dt="2025-12-15T07:45:06.973" v="10948" actId="1076"/>
          <ac:picMkLst>
            <pc:docMk/>
            <pc:sldMk cId="194208986" sldId="296"/>
            <ac:picMk id="4" creationId="{CCE69ACF-4BC4-4134-939A-C0618DBD2976}"/>
          </ac:picMkLst>
        </pc:picChg>
        <pc:cxnChg chg="del">
          <ac:chgData name="Lim Kelvin" userId="624f6ae12bb7b72b" providerId="LiveId" clId="{F1251028-0FAA-4340-88A2-7AF13CC6F143}" dt="2025-12-15T07:38:34.853" v="10922" actId="478"/>
          <ac:cxnSpMkLst>
            <pc:docMk/>
            <pc:sldMk cId="194208986" sldId="296"/>
            <ac:cxnSpMk id="3" creationId="{6645B254-86F4-4A0F-91D4-1D8AE4F4E5FC}"/>
          </ac:cxnSpMkLst>
        </pc:cxnChg>
        <pc:cxnChg chg="del">
          <ac:chgData name="Lim Kelvin" userId="624f6ae12bb7b72b" providerId="LiveId" clId="{F1251028-0FAA-4340-88A2-7AF13CC6F143}" dt="2025-12-15T07:38:35.542" v="10923" actId="478"/>
          <ac:cxnSpMkLst>
            <pc:docMk/>
            <pc:sldMk cId="194208986" sldId="296"/>
            <ac:cxnSpMk id="8" creationId="{E1C05AFD-7532-403B-B513-88071C2FF763}"/>
          </ac:cxnSpMkLst>
        </pc:cxnChg>
      </pc:sldChg>
      <pc:sldChg chg="addSp delSp modSp add mod">
        <pc:chgData name="Lim Kelvin" userId="624f6ae12bb7b72b" providerId="LiveId" clId="{F1251028-0FAA-4340-88A2-7AF13CC6F143}" dt="2025-12-15T07:44:49.307" v="10941" actId="1076"/>
        <pc:sldMkLst>
          <pc:docMk/>
          <pc:sldMk cId="1909834091" sldId="297"/>
        </pc:sldMkLst>
        <pc:picChg chg="add mod">
          <ac:chgData name="Lim Kelvin" userId="624f6ae12bb7b72b" providerId="LiveId" clId="{F1251028-0FAA-4340-88A2-7AF13CC6F143}" dt="2025-12-15T07:44:49.307" v="10941" actId="1076"/>
          <ac:picMkLst>
            <pc:docMk/>
            <pc:sldMk cId="1909834091" sldId="297"/>
            <ac:picMk id="3" creationId="{860ACDA1-A345-4CDD-A225-2482E592A785}"/>
          </ac:picMkLst>
        </pc:picChg>
        <pc:picChg chg="del">
          <ac:chgData name="Lim Kelvin" userId="624f6ae12bb7b72b" providerId="LiveId" clId="{F1251028-0FAA-4340-88A2-7AF13CC6F143}" dt="2025-12-15T07:44:15.816" v="10932" actId="478"/>
          <ac:picMkLst>
            <pc:docMk/>
            <pc:sldMk cId="1909834091" sldId="297"/>
            <ac:picMk id="4" creationId="{CCE69ACF-4BC4-4134-939A-C0618DBD2976}"/>
          </ac:picMkLst>
        </pc:picChg>
      </pc:sldChg>
      <pc:sldChg chg="addSp delSp modSp add mod">
        <pc:chgData name="Lim Kelvin" userId="624f6ae12bb7b72b" providerId="LiveId" clId="{F1251028-0FAA-4340-88A2-7AF13CC6F143}" dt="2025-12-15T07:44:59.727" v="10945" actId="1076"/>
        <pc:sldMkLst>
          <pc:docMk/>
          <pc:sldMk cId="767230714" sldId="298"/>
        </pc:sldMkLst>
        <pc:picChg chg="del">
          <ac:chgData name="Lim Kelvin" userId="624f6ae12bb7b72b" providerId="LiveId" clId="{F1251028-0FAA-4340-88A2-7AF13CC6F143}" dt="2025-12-15T07:44:23.744" v="10935" actId="478"/>
          <ac:picMkLst>
            <pc:docMk/>
            <pc:sldMk cId="767230714" sldId="298"/>
            <ac:picMk id="3" creationId="{860ACDA1-A345-4CDD-A225-2482E592A785}"/>
          </ac:picMkLst>
        </pc:picChg>
        <pc:picChg chg="add mod">
          <ac:chgData name="Lim Kelvin" userId="624f6ae12bb7b72b" providerId="LiveId" clId="{F1251028-0FAA-4340-88A2-7AF13CC6F143}" dt="2025-12-15T07:44:59.727" v="10945" actId="1076"/>
          <ac:picMkLst>
            <pc:docMk/>
            <pc:sldMk cId="767230714" sldId="298"/>
            <ac:picMk id="4" creationId="{30530EA5-D084-425C-813F-6875E65B761D}"/>
          </ac:picMkLst>
        </pc:picChg>
      </pc:sldChg>
      <pc:sldChg chg="addSp delSp modSp add mod">
        <pc:chgData name="Lim Kelvin" userId="624f6ae12bb7b72b" providerId="LiveId" clId="{F1251028-0FAA-4340-88A2-7AF13CC6F143}" dt="2025-12-15T07:47:04.217" v="10959" actId="1076"/>
        <pc:sldMkLst>
          <pc:docMk/>
          <pc:sldMk cId="313381064" sldId="299"/>
        </pc:sldMkLst>
        <pc:picChg chg="add mod">
          <ac:chgData name="Lim Kelvin" userId="624f6ae12bb7b72b" providerId="LiveId" clId="{F1251028-0FAA-4340-88A2-7AF13CC6F143}" dt="2025-12-15T07:47:04.217" v="10959" actId="1076"/>
          <ac:picMkLst>
            <pc:docMk/>
            <pc:sldMk cId="313381064" sldId="299"/>
            <ac:picMk id="3" creationId="{F74C0BB1-59B9-4DF5-B890-2427E43E6B80}"/>
          </ac:picMkLst>
        </pc:picChg>
        <pc:picChg chg="del">
          <ac:chgData name="Lim Kelvin" userId="624f6ae12bb7b72b" providerId="LiveId" clId="{F1251028-0FAA-4340-88A2-7AF13CC6F143}" dt="2025-12-15T07:46:04.643" v="10950" actId="478"/>
          <ac:picMkLst>
            <pc:docMk/>
            <pc:sldMk cId="313381064" sldId="299"/>
            <ac:picMk id="4" creationId="{BF247AFE-CC9C-4EDA-94FA-49936E4503F2}"/>
          </ac:picMkLst>
        </pc:picChg>
        <pc:picChg chg="del">
          <ac:chgData name="Lim Kelvin" userId="624f6ae12bb7b72b" providerId="LiveId" clId="{F1251028-0FAA-4340-88A2-7AF13CC6F143}" dt="2025-12-15T07:46:04.917" v="10951" actId="478"/>
          <ac:picMkLst>
            <pc:docMk/>
            <pc:sldMk cId="313381064" sldId="299"/>
            <ac:picMk id="6" creationId="{1564F673-60F2-49BB-B600-E5BEE258EB37}"/>
          </ac:picMkLst>
        </pc:picChg>
      </pc:sldChg>
      <pc:sldChg chg="addSp delSp modSp add mod">
        <pc:chgData name="Lim Kelvin" userId="624f6ae12bb7b72b" providerId="LiveId" clId="{F1251028-0FAA-4340-88A2-7AF13CC6F143}" dt="2025-12-15T13:06:18.528" v="12593" actId="478"/>
        <pc:sldMkLst>
          <pc:docMk/>
          <pc:sldMk cId="2569932293" sldId="300"/>
        </pc:sldMkLst>
        <pc:spChg chg="del">
          <ac:chgData name="Lim Kelvin" userId="624f6ae12bb7b72b" providerId="LiveId" clId="{F1251028-0FAA-4340-88A2-7AF13CC6F143}" dt="2025-12-15T07:47:59.835" v="10962" actId="478"/>
          <ac:spMkLst>
            <pc:docMk/>
            <pc:sldMk cId="2569932293" sldId="300"/>
            <ac:spMk id="3" creationId="{F7E51A51-B4BA-4D7A-BB30-CC47C29451F0}"/>
          </ac:spMkLst>
        </pc:spChg>
        <pc:spChg chg="del">
          <ac:chgData name="Lim Kelvin" userId="624f6ae12bb7b72b" providerId="LiveId" clId="{F1251028-0FAA-4340-88A2-7AF13CC6F143}" dt="2025-12-15T07:47:58.783" v="10961" actId="478"/>
          <ac:spMkLst>
            <pc:docMk/>
            <pc:sldMk cId="2569932293" sldId="300"/>
            <ac:spMk id="5" creationId="{2F7AD19B-109F-402E-9165-4AD461A18B5B}"/>
          </ac:spMkLst>
        </pc:spChg>
        <pc:spChg chg="add del mod">
          <ac:chgData name="Lim Kelvin" userId="624f6ae12bb7b72b" providerId="LiveId" clId="{F1251028-0FAA-4340-88A2-7AF13CC6F143}" dt="2025-12-15T07:57:07.056" v="11042" actId="478"/>
          <ac:spMkLst>
            <pc:docMk/>
            <pc:sldMk cId="2569932293" sldId="300"/>
            <ac:spMk id="10" creationId="{25111D07-0777-4113-B592-4C2348E5C2DC}"/>
          </ac:spMkLst>
        </pc:spChg>
        <pc:spChg chg="add mod">
          <ac:chgData name="Lim Kelvin" userId="624f6ae12bb7b72b" providerId="LiveId" clId="{F1251028-0FAA-4340-88A2-7AF13CC6F143}" dt="2025-12-15T07:57:07.325" v="11043"/>
          <ac:spMkLst>
            <pc:docMk/>
            <pc:sldMk cId="2569932293" sldId="300"/>
            <ac:spMk id="11" creationId="{BD61325C-9873-489A-8939-2F9227FC4565}"/>
          </ac:spMkLst>
        </pc:spChg>
        <pc:spChg chg="add del mod">
          <ac:chgData name="Lim Kelvin" userId="624f6ae12bb7b72b" providerId="LiveId" clId="{F1251028-0FAA-4340-88A2-7AF13CC6F143}" dt="2025-12-15T13:06:18.528" v="12593" actId="478"/>
          <ac:spMkLst>
            <pc:docMk/>
            <pc:sldMk cId="2569932293" sldId="300"/>
            <ac:spMk id="14" creationId="{28A4E8B7-6356-443D-B933-A21CCB231B35}"/>
          </ac:spMkLst>
        </pc:spChg>
        <pc:picChg chg="add mod">
          <ac:chgData name="Lim Kelvin" userId="624f6ae12bb7b72b" providerId="LiveId" clId="{F1251028-0FAA-4340-88A2-7AF13CC6F143}" dt="2025-12-15T07:54:29.201" v="11004" actId="1076"/>
          <ac:picMkLst>
            <pc:docMk/>
            <pc:sldMk cId="2569932293" sldId="300"/>
            <ac:picMk id="8" creationId="{F6087BA6-096E-46A7-8311-0164F054313D}"/>
          </ac:picMkLst>
        </pc:picChg>
        <pc:picChg chg="add mod">
          <ac:chgData name="Lim Kelvin" userId="624f6ae12bb7b72b" providerId="LiveId" clId="{F1251028-0FAA-4340-88A2-7AF13CC6F143}" dt="2025-12-15T07:54:36.378" v="11005" actId="1076"/>
          <ac:picMkLst>
            <pc:docMk/>
            <pc:sldMk cId="2569932293" sldId="300"/>
            <ac:picMk id="9" creationId="{BD92B60C-B404-4E90-88AA-7D27D186BF4E}"/>
          </ac:picMkLst>
        </pc:picChg>
        <pc:cxnChg chg="del">
          <ac:chgData name="Lim Kelvin" userId="624f6ae12bb7b72b" providerId="LiveId" clId="{F1251028-0FAA-4340-88A2-7AF13CC6F143}" dt="2025-12-15T07:48:00.577" v="10963" actId="478"/>
          <ac:cxnSpMkLst>
            <pc:docMk/>
            <pc:sldMk cId="2569932293" sldId="300"/>
            <ac:cxnSpMk id="6" creationId="{C7221B7C-52D1-4BF4-B9D3-9B20CF7272DB}"/>
          </ac:cxnSpMkLst>
        </pc:cxnChg>
        <pc:cxnChg chg="del">
          <ac:chgData name="Lim Kelvin" userId="624f6ae12bb7b72b" providerId="LiveId" clId="{F1251028-0FAA-4340-88A2-7AF13CC6F143}" dt="2025-12-15T07:48:01.055" v="10964" actId="478"/>
          <ac:cxnSpMkLst>
            <pc:docMk/>
            <pc:sldMk cId="2569932293" sldId="300"/>
            <ac:cxnSpMk id="7" creationId="{1BDC9F79-E9EF-4E14-B1ED-31F321059B63}"/>
          </ac:cxnSpMkLst>
        </pc:cxnChg>
        <pc:cxnChg chg="add mod">
          <ac:chgData name="Lim Kelvin" userId="624f6ae12bb7b72b" providerId="LiveId" clId="{F1251028-0FAA-4340-88A2-7AF13CC6F143}" dt="2025-12-15T07:57:07.325" v="11043"/>
          <ac:cxnSpMkLst>
            <pc:docMk/>
            <pc:sldMk cId="2569932293" sldId="300"/>
            <ac:cxnSpMk id="12" creationId="{B1765800-F5C7-4291-A713-82D84D5F615B}"/>
          </ac:cxnSpMkLst>
        </pc:cxnChg>
        <pc:cxnChg chg="add mod">
          <ac:chgData name="Lim Kelvin" userId="624f6ae12bb7b72b" providerId="LiveId" clId="{F1251028-0FAA-4340-88A2-7AF13CC6F143}" dt="2025-12-15T07:57:07.325" v="11043"/>
          <ac:cxnSpMkLst>
            <pc:docMk/>
            <pc:sldMk cId="2569932293" sldId="300"/>
            <ac:cxnSpMk id="13" creationId="{94FA453A-FE4A-4DA1-9717-C12557D27CCB}"/>
          </ac:cxnSpMkLst>
        </pc:cxnChg>
      </pc:sldChg>
      <pc:sldChg chg="addSp delSp modSp add mod">
        <pc:chgData name="Lim Kelvin" userId="624f6ae12bb7b72b" providerId="LiveId" clId="{F1251028-0FAA-4340-88A2-7AF13CC6F143}" dt="2025-12-15T13:14:12.133" v="12690" actId="20577"/>
        <pc:sldMkLst>
          <pc:docMk/>
          <pc:sldMk cId="156167622" sldId="301"/>
        </pc:sldMkLst>
        <pc:spChg chg="add mod">
          <ac:chgData name="Lim Kelvin" userId="624f6ae12bb7b72b" providerId="LiveId" clId="{F1251028-0FAA-4340-88A2-7AF13CC6F143}" dt="2025-12-15T07:57:23.734" v="11082" actId="20577"/>
          <ac:spMkLst>
            <pc:docMk/>
            <pc:sldMk cId="156167622" sldId="301"/>
            <ac:spMk id="6" creationId="{43FD76D8-96C2-4F3A-886C-B5EC93C09603}"/>
          </ac:spMkLst>
        </pc:spChg>
        <pc:spChg chg="add mod">
          <ac:chgData name="Lim Kelvin" userId="624f6ae12bb7b72b" providerId="LiveId" clId="{F1251028-0FAA-4340-88A2-7AF13CC6F143}" dt="2025-12-15T13:06:50.858" v="12654" actId="1076"/>
          <ac:spMkLst>
            <pc:docMk/>
            <pc:sldMk cId="156167622" sldId="301"/>
            <ac:spMk id="12" creationId="{2077D02F-2548-4B9A-812A-A7166646F7D4}"/>
          </ac:spMkLst>
        </pc:spChg>
        <pc:spChg chg="add mod">
          <ac:chgData name="Lim Kelvin" userId="624f6ae12bb7b72b" providerId="LiveId" clId="{F1251028-0FAA-4340-88A2-7AF13CC6F143}" dt="2025-12-15T13:14:12.133" v="12690" actId="20577"/>
          <ac:spMkLst>
            <pc:docMk/>
            <pc:sldMk cId="156167622" sldId="301"/>
            <ac:spMk id="13" creationId="{6F837E54-FA9D-43D9-8FD9-8F4AA8274D8A}"/>
          </ac:spMkLst>
        </pc:spChg>
        <pc:picChg chg="add mod">
          <ac:chgData name="Lim Kelvin" userId="624f6ae12bb7b72b" providerId="LiveId" clId="{F1251028-0FAA-4340-88A2-7AF13CC6F143}" dt="2025-12-15T07:55:03.575" v="11012" actId="1076"/>
          <ac:picMkLst>
            <pc:docMk/>
            <pc:sldMk cId="156167622" sldId="301"/>
            <ac:picMk id="4" creationId="{07E6272B-3842-4C1B-9269-9A4FDBD62FD8}"/>
          </ac:picMkLst>
        </pc:picChg>
        <pc:picChg chg="add mod">
          <ac:chgData name="Lim Kelvin" userId="624f6ae12bb7b72b" providerId="LiveId" clId="{F1251028-0FAA-4340-88A2-7AF13CC6F143}" dt="2025-12-15T07:55:02.597" v="11011" actId="1076"/>
          <ac:picMkLst>
            <pc:docMk/>
            <pc:sldMk cId="156167622" sldId="301"/>
            <ac:picMk id="5" creationId="{DF6CF359-1573-4BD5-A90C-4327AF1BB368}"/>
          </ac:picMkLst>
        </pc:picChg>
        <pc:picChg chg="del">
          <ac:chgData name="Lim Kelvin" userId="624f6ae12bb7b72b" providerId="LiveId" clId="{F1251028-0FAA-4340-88A2-7AF13CC6F143}" dt="2025-12-15T07:54:00.648" v="10993" actId="478"/>
          <ac:picMkLst>
            <pc:docMk/>
            <pc:sldMk cId="156167622" sldId="301"/>
            <ac:picMk id="8" creationId="{F6087BA6-096E-46A7-8311-0164F054313D}"/>
          </ac:picMkLst>
        </pc:picChg>
        <pc:picChg chg="del">
          <ac:chgData name="Lim Kelvin" userId="624f6ae12bb7b72b" providerId="LiveId" clId="{F1251028-0FAA-4340-88A2-7AF13CC6F143}" dt="2025-12-15T07:54:00.425" v="10992" actId="478"/>
          <ac:picMkLst>
            <pc:docMk/>
            <pc:sldMk cId="156167622" sldId="301"/>
            <ac:picMk id="9" creationId="{BD92B60C-B404-4E90-88AA-7D27D186BF4E}"/>
          </ac:picMkLst>
        </pc:picChg>
        <pc:cxnChg chg="add mod">
          <ac:chgData name="Lim Kelvin" userId="624f6ae12bb7b72b" providerId="LiveId" clId="{F1251028-0FAA-4340-88A2-7AF13CC6F143}" dt="2025-12-15T07:57:30.517" v="11083" actId="1076"/>
          <ac:cxnSpMkLst>
            <pc:docMk/>
            <pc:sldMk cId="156167622" sldId="301"/>
            <ac:cxnSpMk id="7" creationId="{EAF6DAF3-CC68-4303-B333-86E9292A170B}"/>
          </ac:cxnSpMkLst>
        </pc:cxnChg>
        <pc:cxnChg chg="add mod">
          <ac:chgData name="Lim Kelvin" userId="624f6ae12bb7b72b" providerId="LiveId" clId="{F1251028-0FAA-4340-88A2-7AF13CC6F143}" dt="2025-12-15T07:57:30.517" v="11083" actId="1076"/>
          <ac:cxnSpMkLst>
            <pc:docMk/>
            <pc:sldMk cId="156167622" sldId="301"/>
            <ac:cxnSpMk id="10" creationId="{6725F971-CC5C-4F80-A72B-6838D50D4B74}"/>
          </ac:cxnSpMkLst>
        </pc:cxnChg>
      </pc:sldChg>
      <pc:sldChg chg="modSp add mod ord modTransition">
        <pc:chgData name="Lim Kelvin" userId="624f6ae12bb7b72b" providerId="LiveId" clId="{F1251028-0FAA-4340-88A2-7AF13CC6F143}" dt="2025-12-15T09:05:23.134" v="11984"/>
        <pc:sldMkLst>
          <pc:docMk/>
          <pc:sldMk cId="3733353503" sldId="302"/>
        </pc:sldMkLst>
        <pc:spChg chg="mod">
          <ac:chgData name="Lim Kelvin" userId="624f6ae12bb7b72b" providerId="LiveId" clId="{F1251028-0FAA-4340-88A2-7AF13CC6F143}" dt="2025-12-15T08:01:17.687" v="11088" actId="20577"/>
          <ac:spMkLst>
            <pc:docMk/>
            <pc:sldMk cId="3733353503" sldId="302"/>
            <ac:spMk id="5" creationId="{3BAF0207-B444-4304-9666-A12A1F324F4F}"/>
          </ac:spMkLst>
        </pc:spChg>
        <pc:spChg chg="mod">
          <ac:chgData name="Lim Kelvin" userId="624f6ae12bb7b72b" providerId="LiveId" clId="{F1251028-0FAA-4340-88A2-7AF13CC6F143}" dt="2025-12-15T08:01:21.490" v="11089" actId="20577"/>
          <ac:spMkLst>
            <pc:docMk/>
            <pc:sldMk cId="3733353503" sldId="302"/>
            <ac:spMk id="11" creationId="{994639DA-E33A-47C0-888D-C1F3A6308374}"/>
          </ac:spMkLst>
        </pc:spChg>
        <pc:cxnChg chg="mod">
          <ac:chgData name="Lim Kelvin" userId="624f6ae12bb7b72b" providerId="LiveId" clId="{F1251028-0FAA-4340-88A2-7AF13CC6F143}" dt="2025-12-15T08:01:27.213" v="11090" actId="14100"/>
          <ac:cxnSpMkLst>
            <pc:docMk/>
            <pc:sldMk cId="3733353503" sldId="302"/>
            <ac:cxnSpMk id="3" creationId="{6645B254-86F4-4A0F-91D4-1D8AE4F4E5FC}"/>
          </ac:cxnSpMkLst>
        </pc:cxnChg>
        <pc:cxnChg chg="mod">
          <ac:chgData name="Lim Kelvin" userId="624f6ae12bb7b72b" providerId="LiveId" clId="{F1251028-0FAA-4340-88A2-7AF13CC6F143}" dt="2025-12-15T08:01:29.827" v="11091" actId="14100"/>
          <ac:cxnSpMkLst>
            <pc:docMk/>
            <pc:sldMk cId="3733353503" sldId="302"/>
            <ac:cxnSpMk id="8" creationId="{E1C05AFD-7532-403B-B513-88071C2FF763}"/>
          </ac:cxnSpMkLst>
        </pc:cxnChg>
      </pc:sldChg>
      <pc:sldChg chg="addSp delSp modSp add mod">
        <pc:chgData name="Lim Kelvin" userId="624f6ae12bb7b72b" providerId="LiveId" clId="{F1251028-0FAA-4340-88A2-7AF13CC6F143}" dt="2025-12-15T08:02:14.362" v="11099" actId="1076"/>
        <pc:sldMkLst>
          <pc:docMk/>
          <pc:sldMk cId="2060914792" sldId="303"/>
        </pc:sldMkLst>
        <pc:spChg chg="del">
          <ac:chgData name="Lim Kelvin" userId="624f6ae12bb7b72b" providerId="LiveId" clId="{F1251028-0FAA-4340-88A2-7AF13CC6F143}" dt="2025-12-15T08:01:41.512" v="11093" actId="478"/>
          <ac:spMkLst>
            <pc:docMk/>
            <pc:sldMk cId="2060914792" sldId="303"/>
            <ac:spMk id="5" creationId="{3BAF0207-B444-4304-9666-A12A1F324F4F}"/>
          </ac:spMkLst>
        </pc:spChg>
        <pc:spChg chg="del">
          <ac:chgData name="Lim Kelvin" userId="624f6ae12bb7b72b" providerId="LiveId" clId="{F1251028-0FAA-4340-88A2-7AF13CC6F143}" dt="2025-12-15T08:01:41.512" v="11093" actId="478"/>
          <ac:spMkLst>
            <pc:docMk/>
            <pc:sldMk cId="2060914792" sldId="303"/>
            <ac:spMk id="11" creationId="{994639DA-E33A-47C0-888D-C1F3A6308374}"/>
          </ac:spMkLst>
        </pc:spChg>
        <pc:picChg chg="add mod">
          <ac:chgData name="Lim Kelvin" userId="624f6ae12bb7b72b" providerId="LiveId" clId="{F1251028-0FAA-4340-88A2-7AF13CC6F143}" dt="2025-12-15T08:02:14.362" v="11099" actId="1076"/>
          <ac:picMkLst>
            <pc:docMk/>
            <pc:sldMk cId="2060914792" sldId="303"/>
            <ac:picMk id="4" creationId="{6B77CA96-E305-457F-95A8-22B4B50158C1}"/>
          </ac:picMkLst>
        </pc:picChg>
        <pc:cxnChg chg="del">
          <ac:chgData name="Lim Kelvin" userId="624f6ae12bb7b72b" providerId="LiveId" clId="{F1251028-0FAA-4340-88A2-7AF13CC6F143}" dt="2025-12-15T08:01:41.512" v="11093" actId="478"/>
          <ac:cxnSpMkLst>
            <pc:docMk/>
            <pc:sldMk cId="2060914792" sldId="303"/>
            <ac:cxnSpMk id="3" creationId="{6645B254-86F4-4A0F-91D4-1D8AE4F4E5FC}"/>
          </ac:cxnSpMkLst>
        </pc:cxnChg>
        <pc:cxnChg chg="del">
          <ac:chgData name="Lim Kelvin" userId="624f6ae12bb7b72b" providerId="LiveId" clId="{F1251028-0FAA-4340-88A2-7AF13CC6F143}" dt="2025-12-15T08:01:41.512" v="11093" actId="478"/>
          <ac:cxnSpMkLst>
            <pc:docMk/>
            <pc:sldMk cId="2060914792" sldId="303"/>
            <ac:cxnSpMk id="8" creationId="{E1C05AFD-7532-403B-B513-88071C2FF763}"/>
          </ac:cxnSpMkLst>
        </pc:cxnChg>
      </pc:sldChg>
      <pc:sldChg chg="addSp delSp modSp add mod">
        <pc:chgData name="Lim Kelvin" userId="624f6ae12bb7b72b" providerId="LiveId" clId="{F1251028-0FAA-4340-88A2-7AF13CC6F143}" dt="2025-12-15T08:02:36.600" v="11111" actId="1076"/>
        <pc:sldMkLst>
          <pc:docMk/>
          <pc:sldMk cId="1978685302" sldId="304"/>
        </pc:sldMkLst>
        <pc:picChg chg="add mod">
          <ac:chgData name="Lim Kelvin" userId="624f6ae12bb7b72b" providerId="LiveId" clId="{F1251028-0FAA-4340-88A2-7AF13CC6F143}" dt="2025-12-15T08:02:36.600" v="11111" actId="1076"/>
          <ac:picMkLst>
            <pc:docMk/>
            <pc:sldMk cId="1978685302" sldId="304"/>
            <ac:picMk id="3" creationId="{C4524868-D7A8-4722-9B8A-70A0D848CE87}"/>
          </ac:picMkLst>
        </pc:picChg>
        <pc:picChg chg="del">
          <ac:chgData name="Lim Kelvin" userId="624f6ae12bb7b72b" providerId="LiveId" clId="{F1251028-0FAA-4340-88A2-7AF13CC6F143}" dt="2025-12-15T08:02:18.040" v="11101" actId="478"/>
          <ac:picMkLst>
            <pc:docMk/>
            <pc:sldMk cId="1978685302" sldId="304"/>
            <ac:picMk id="4" creationId="{6B77CA96-E305-457F-95A8-22B4B50158C1}"/>
          </ac:picMkLst>
        </pc:picChg>
      </pc:sldChg>
      <pc:sldChg chg="addSp delSp modSp add mod">
        <pc:chgData name="Lim Kelvin" userId="624f6ae12bb7b72b" providerId="LiveId" clId="{F1251028-0FAA-4340-88A2-7AF13CC6F143}" dt="2025-12-15T08:03:02.504" v="11122" actId="1076"/>
        <pc:sldMkLst>
          <pc:docMk/>
          <pc:sldMk cId="3941575767" sldId="305"/>
        </pc:sldMkLst>
        <pc:picChg chg="del">
          <ac:chgData name="Lim Kelvin" userId="624f6ae12bb7b72b" providerId="LiveId" clId="{F1251028-0FAA-4340-88A2-7AF13CC6F143}" dt="2025-12-15T08:02:41.169" v="11113" actId="478"/>
          <ac:picMkLst>
            <pc:docMk/>
            <pc:sldMk cId="3941575767" sldId="305"/>
            <ac:picMk id="3" creationId="{C4524868-D7A8-4722-9B8A-70A0D848CE87}"/>
          </ac:picMkLst>
        </pc:picChg>
        <pc:picChg chg="add mod">
          <ac:chgData name="Lim Kelvin" userId="624f6ae12bb7b72b" providerId="LiveId" clId="{F1251028-0FAA-4340-88A2-7AF13CC6F143}" dt="2025-12-15T08:03:02.504" v="11122" actId="1076"/>
          <ac:picMkLst>
            <pc:docMk/>
            <pc:sldMk cId="3941575767" sldId="305"/>
            <ac:picMk id="4" creationId="{66636638-7801-4879-A910-55F7E8122166}"/>
          </ac:picMkLst>
        </pc:picChg>
      </pc:sldChg>
      <pc:sldChg chg="add del">
        <pc:chgData name="Lim Kelvin" userId="624f6ae12bb7b72b" providerId="LiveId" clId="{F1251028-0FAA-4340-88A2-7AF13CC6F143}" dt="2025-12-15T08:03:40.244" v="11124" actId="47"/>
        <pc:sldMkLst>
          <pc:docMk/>
          <pc:sldMk cId="351117000" sldId="306"/>
        </pc:sldMkLst>
      </pc:sldChg>
      <pc:sldChg chg="addSp delSp modSp add mod ord">
        <pc:chgData name="Lim Kelvin" userId="624f6ae12bb7b72b" providerId="LiveId" clId="{F1251028-0FAA-4340-88A2-7AF13CC6F143}" dt="2025-12-15T08:55:33.944" v="11864"/>
        <pc:sldMkLst>
          <pc:docMk/>
          <pc:sldMk cId="687805573" sldId="306"/>
        </pc:sldMkLst>
        <pc:spChg chg="mod">
          <ac:chgData name="Lim Kelvin" userId="624f6ae12bb7b72b" providerId="LiveId" clId="{F1251028-0FAA-4340-88A2-7AF13CC6F143}" dt="2025-12-15T08:21:05.695" v="11338" actId="20577"/>
          <ac:spMkLst>
            <pc:docMk/>
            <pc:sldMk cId="687805573" sldId="306"/>
            <ac:spMk id="3" creationId="{F7E51A51-B4BA-4D7A-BB30-CC47C29451F0}"/>
          </ac:spMkLst>
        </pc:spChg>
        <pc:spChg chg="mod ord">
          <ac:chgData name="Lim Kelvin" userId="624f6ae12bb7b72b" providerId="LiveId" clId="{F1251028-0FAA-4340-88A2-7AF13CC6F143}" dt="2025-12-15T08:37:20.648" v="11553" actId="14100"/>
          <ac:spMkLst>
            <pc:docMk/>
            <pc:sldMk cId="687805573" sldId="306"/>
            <ac:spMk id="8" creationId="{DCF0DE90-E2E2-417D-95FB-7F5B24BD7277}"/>
          </ac:spMkLst>
        </pc:spChg>
        <pc:spChg chg="mod">
          <ac:chgData name="Lim Kelvin" userId="624f6ae12bb7b72b" providerId="LiveId" clId="{F1251028-0FAA-4340-88A2-7AF13CC6F143}" dt="2025-12-15T08:44:17.324" v="11672" actId="1076"/>
          <ac:spMkLst>
            <pc:docMk/>
            <pc:sldMk cId="687805573" sldId="306"/>
            <ac:spMk id="15" creationId="{139D08DE-A1A7-4B32-9787-20BFF25C3A67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16" creationId="{47060DF4-79B0-48CF-A916-FF7BC3DEED04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20" creationId="{22D1BC6F-957D-4A1C-96F0-F3A89643A766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23" creationId="{E71A1904-EAD6-496A-83D9-B23AD7B7982F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24" creationId="{4BF50F0C-FDAD-45EC-B2B1-9F083D823100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25" creationId="{DB477390-0C18-44AA-9A65-2285F182B36E}"/>
          </ac:spMkLst>
        </pc:spChg>
        <pc:spChg chg="del">
          <ac:chgData name="Lim Kelvin" userId="624f6ae12bb7b72b" providerId="LiveId" clId="{F1251028-0FAA-4340-88A2-7AF13CC6F143}" dt="2025-12-15T08:41:09.195" v="11613" actId="478"/>
          <ac:spMkLst>
            <pc:docMk/>
            <pc:sldMk cId="687805573" sldId="306"/>
            <ac:spMk id="26" creationId="{B65570F7-8758-4C5D-9376-383EA9A301E4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27" creationId="{9B7CA938-D194-4CBB-867C-D96DD3CFA8BD}"/>
          </ac:spMkLst>
        </pc:spChg>
        <pc:spChg chg="del">
          <ac:chgData name="Lim Kelvin" userId="624f6ae12bb7b72b" providerId="LiveId" clId="{F1251028-0FAA-4340-88A2-7AF13CC6F143}" dt="2025-12-15T08:29:38.688" v="11470" actId="478"/>
          <ac:spMkLst>
            <pc:docMk/>
            <pc:sldMk cId="687805573" sldId="306"/>
            <ac:spMk id="28" creationId="{00142720-697B-47F2-BB6F-3704FC28F06A}"/>
          </ac:spMkLst>
        </pc:spChg>
        <pc:spChg chg="del">
          <ac:chgData name="Lim Kelvin" userId="624f6ae12bb7b72b" providerId="LiveId" clId="{F1251028-0FAA-4340-88A2-7AF13CC6F143}" dt="2025-12-15T08:29:38.688" v="11470" actId="478"/>
          <ac:spMkLst>
            <pc:docMk/>
            <pc:sldMk cId="687805573" sldId="306"/>
            <ac:spMk id="29" creationId="{86655C0F-1360-4AE8-936E-4EFE0CA403C5}"/>
          </ac:spMkLst>
        </pc:spChg>
        <pc:spChg chg="del">
          <ac:chgData name="Lim Kelvin" userId="624f6ae12bb7b72b" providerId="LiveId" clId="{F1251028-0FAA-4340-88A2-7AF13CC6F143}" dt="2025-12-15T08:29:38.688" v="11470" actId="478"/>
          <ac:spMkLst>
            <pc:docMk/>
            <pc:sldMk cId="687805573" sldId="306"/>
            <ac:spMk id="30" creationId="{583C7106-F499-41F5-A10B-8A42D8978EE6}"/>
          </ac:spMkLst>
        </pc:spChg>
        <pc:spChg chg="mod">
          <ac:chgData name="Lim Kelvin" userId="624f6ae12bb7b72b" providerId="LiveId" clId="{F1251028-0FAA-4340-88A2-7AF13CC6F143}" dt="2025-12-15T08:29:54.699" v="11475" actId="20577"/>
          <ac:spMkLst>
            <pc:docMk/>
            <pc:sldMk cId="687805573" sldId="306"/>
            <ac:spMk id="31" creationId="{06AF9E96-B9D4-4803-B5F0-CD92EB49B902}"/>
          </ac:spMkLst>
        </pc:spChg>
        <pc:spChg chg="mod">
          <ac:chgData name="Lim Kelvin" userId="624f6ae12bb7b72b" providerId="LiveId" clId="{F1251028-0FAA-4340-88A2-7AF13CC6F143}" dt="2025-12-15T08:24:46.358" v="11392" actId="20577"/>
          <ac:spMkLst>
            <pc:docMk/>
            <pc:sldMk cId="687805573" sldId="306"/>
            <ac:spMk id="39" creationId="{C488BD8D-54FA-4314-8F5E-A275995BC469}"/>
          </ac:spMkLst>
        </pc:spChg>
        <pc:spChg chg="del">
          <ac:chgData name="Lim Kelvin" userId="624f6ae12bb7b72b" providerId="LiveId" clId="{F1251028-0FAA-4340-88A2-7AF13CC6F143}" dt="2025-12-15T08:40:19.536" v="11604" actId="478"/>
          <ac:spMkLst>
            <pc:docMk/>
            <pc:sldMk cId="687805573" sldId="306"/>
            <ac:spMk id="40" creationId="{78701637-8657-4770-844A-CCF1BEF14E4F}"/>
          </ac:spMkLst>
        </pc:spChg>
        <pc:spChg chg="mod">
          <ac:chgData name="Lim Kelvin" userId="624f6ae12bb7b72b" providerId="LiveId" clId="{F1251028-0FAA-4340-88A2-7AF13CC6F143}" dt="2025-12-15T08:30:42.416" v="11492" actId="20577"/>
          <ac:spMkLst>
            <pc:docMk/>
            <pc:sldMk cId="687805573" sldId="306"/>
            <ac:spMk id="41" creationId="{9A943E66-356B-4F03-BBAC-99608EC00BD2}"/>
          </ac:spMkLst>
        </pc:spChg>
        <pc:spChg chg="mod">
          <ac:chgData name="Lim Kelvin" userId="624f6ae12bb7b72b" providerId="LiveId" clId="{F1251028-0FAA-4340-88A2-7AF13CC6F143}" dt="2025-12-15T08:26:30.283" v="11441" actId="20577"/>
          <ac:spMkLst>
            <pc:docMk/>
            <pc:sldMk cId="687805573" sldId="306"/>
            <ac:spMk id="43" creationId="{BF4E41FA-E469-4DD6-A96D-135ABCD1F9B1}"/>
          </ac:spMkLst>
        </pc:spChg>
        <pc:spChg chg="del">
          <ac:chgData name="Lim Kelvin" userId="624f6ae12bb7b72b" providerId="LiveId" clId="{F1251028-0FAA-4340-88A2-7AF13CC6F143}" dt="2025-12-15T08:40:15.004" v="11603" actId="478"/>
          <ac:spMkLst>
            <pc:docMk/>
            <pc:sldMk cId="687805573" sldId="306"/>
            <ac:spMk id="44" creationId="{0AB781D4-C59E-4D64-9CFD-ED4FFAAF97FE}"/>
          </ac:spMkLst>
        </pc:spChg>
        <pc:spChg chg="mod">
          <ac:chgData name="Lim Kelvin" userId="624f6ae12bb7b72b" providerId="LiveId" clId="{F1251028-0FAA-4340-88A2-7AF13CC6F143}" dt="2025-12-15T08:30:30.674" v="11488" actId="20577"/>
          <ac:spMkLst>
            <pc:docMk/>
            <pc:sldMk cId="687805573" sldId="306"/>
            <ac:spMk id="45" creationId="{913476BB-E259-41FA-A251-D85717ADB947}"/>
          </ac:spMkLst>
        </pc:spChg>
        <pc:spChg chg="mod">
          <ac:chgData name="Lim Kelvin" userId="624f6ae12bb7b72b" providerId="LiveId" clId="{F1251028-0FAA-4340-88A2-7AF13CC6F143}" dt="2025-12-15T08:23:19.163" v="11340"/>
          <ac:spMkLst>
            <pc:docMk/>
            <pc:sldMk cId="687805573" sldId="306"/>
            <ac:spMk id="47" creationId="{EBBD889B-7AF6-4BD3-A958-988F737FCE90}"/>
          </ac:spMkLst>
        </pc:spChg>
        <pc:spChg chg="del">
          <ac:chgData name="Lim Kelvin" userId="624f6ae12bb7b72b" providerId="LiveId" clId="{F1251028-0FAA-4340-88A2-7AF13CC6F143}" dt="2025-12-15T08:40:21.864" v="11605" actId="478"/>
          <ac:spMkLst>
            <pc:docMk/>
            <pc:sldMk cId="687805573" sldId="306"/>
            <ac:spMk id="48" creationId="{385A70C8-D44F-4F96-B5C1-26536AD36697}"/>
          </ac:spMkLst>
        </pc:spChg>
        <pc:spChg chg="mod">
          <ac:chgData name="Lim Kelvin" userId="624f6ae12bb7b72b" providerId="LiveId" clId="{F1251028-0FAA-4340-88A2-7AF13CC6F143}" dt="2025-12-15T08:31:18.564" v="11496" actId="20577"/>
          <ac:spMkLst>
            <pc:docMk/>
            <pc:sldMk cId="687805573" sldId="306"/>
            <ac:spMk id="49" creationId="{3D23A588-FE7B-4154-AAB5-05FEBE051310}"/>
          </ac:spMkLst>
        </pc:spChg>
        <pc:spChg chg="mod">
          <ac:chgData name="Lim Kelvin" userId="624f6ae12bb7b72b" providerId="LiveId" clId="{F1251028-0FAA-4340-88A2-7AF13CC6F143}" dt="2025-12-15T08:25:09.559" v="11419" actId="20577"/>
          <ac:spMkLst>
            <pc:docMk/>
            <pc:sldMk cId="687805573" sldId="306"/>
            <ac:spMk id="53" creationId="{085280C5-3946-4371-ABF3-42E1565C577A}"/>
          </ac:spMkLst>
        </pc:spChg>
        <pc:spChg chg="mod">
          <ac:chgData name="Lim Kelvin" userId="624f6ae12bb7b72b" providerId="LiveId" clId="{F1251028-0FAA-4340-88A2-7AF13CC6F143}" dt="2025-12-15T08:27:00.765" v="11454" actId="14100"/>
          <ac:spMkLst>
            <pc:docMk/>
            <pc:sldMk cId="687805573" sldId="306"/>
            <ac:spMk id="54" creationId="{74CE2C81-4C92-4519-A995-1E4801DFFB4F}"/>
          </ac:spMkLst>
        </pc:spChg>
        <pc:spChg chg="mod">
          <ac:chgData name="Lim Kelvin" userId="624f6ae12bb7b72b" providerId="LiveId" clId="{F1251028-0FAA-4340-88A2-7AF13CC6F143}" dt="2025-12-15T08:30:11.266" v="11484" actId="20577"/>
          <ac:spMkLst>
            <pc:docMk/>
            <pc:sldMk cId="687805573" sldId="306"/>
            <ac:spMk id="55" creationId="{79834ABE-DFA5-40BA-97F1-476CCF20B6C2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56" creationId="{17583CEE-43EF-44E8-B0C5-DEEE0E112460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57" creationId="{2B1BE095-7A92-4EB7-857E-CD8999807108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58" creationId="{4B57CB7A-5A18-43D2-B18D-C6087D3C6427}"/>
          </ac:spMkLst>
        </pc:spChg>
        <pc:spChg chg="mod">
          <ac:chgData name="Lim Kelvin" userId="624f6ae12bb7b72b" providerId="LiveId" clId="{F1251028-0FAA-4340-88A2-7AF13CC6F143}" dt="2025-12-15T08:24:24.574" v="11375" actId="20577"/>
          <ac:spMkLst>
            <pc:docMk/>
            <pc:sldMk cId="687805573" sldId="306"/>
            <ac:spMk id="59" creationId="{0ED0ACA4-A7B8-4E2B-AAAE-DD80A02068B6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60" creationId="{7EEDB521-36C5-4580-B88F-78C1596EF66B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61" creationId="{ADC8F4CA-A0CC-486C-8739-346FFE4CFB03}"/>
          </ac:spMkLst>
        </pc:spChg>
        <pc:spChg chg="del">
          <ac:chgData name="Lim Kelvin" userId="624f6ae12bb7b72b" providerId="LiveId" clId="{F1251028-0FAA-4340-88A2-7AF13CC6F143}" dt="2025-12-15T08:29:38.688" v="11470" actId="478"/>
          <ac:spMkLst>
            <pc:docMk/>
            <pc:sldMk cId="687805573" sldId="306"/>
            <ac:spMk id="62" creationId="{E8D41526-D023-405C-9776-1424F9056F26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63" creationId="{CC122B85-4D3D-435A-B040-CF3DA2B5A7D4}"/>
          </ac:spMkLst>
        </pc:spChg>
        <pc:spChg chg="del">
          <ac:chgData name="Lim Kelvin" userId="624f6ae12bb7b72b" providerId="LiveId" clId="{F1251028-0FAA-4340-88A2-7AF13CC6F143}" dt="2025-12-15T08:05:38.993" v="11174" actId="478"/>
          <ac:spMkLst>
            <pc:docMk/>
            <pc:sldMk cId="687805573" sldId="306"/>
            <ac:spMk id="66" creationId="{6CE98C47-BFCB-4FAA-9E82-E864346245B0}"/>
          </ac:spMkLst>
        </pc:spChg>
        <pc:spChg chg="mod">
          <ac:chgData name="Lim Kelvin" userId="624f6ae12bb7b72b" providerId="LiveId" clId="{F1251028-0FAA-4340-88A2-7AF13CC6F143}" dt="2025-12-15T08:09:38.335" v="11306" actId="1076"/>
          <ac:spMkLst>
            <pc:docMk/>
            <pc:sldMk cId="687805573" sldId="306"/>
            <ac:spMk id="67" creationId="{5D92F12C-5C65-4995-823D-FEBC963E93F1}"/>
          </ac:spMkLst>
        </pc:spChg>
        <pc:spChg chg="del">
          <ac:chgData name="Lim Kelvin" userId="624f6ae12bb7b72b" providerId="LiveId" clId="{F1251028-0FAA-4340-88A2-7AF13CC6F143}" dt="2025-12-15T08:29:41.644" v="11471" actId="478"/>
          <ac:spMkLst>
            <pc:docMk/>
            <pc:sldMk cId="687805573" sldId="306"/>
            <ac:spMk id="68" creationId="{50ACBE2A-B87D-40C2-9FC6-3763F4F3A6E3}"/>
          </ac:spMkLst>
        </pc:spChg>
        <pc:spChg chg="del">
          <ac:chgData name="Lim Kelvin" userId="624f6ae12bb7b72b" providerId="LiveId" clId="{F1251028-0FAA-4340-88A2-7AF13CC6F143}" dt="2025-12-15T08:29:41.644" v="11471" actId="478"/>
          <ac:spMkLst>
            <pc:docMk/>
            <pc:sldMk cId="687805573" sldId="306"/>
            <ac:spMk id="69" creationId="{1080F7DF-F017-4A4B-AF82-1EF5756E3DD3}"/>
          </ac:spMkLst>
        </pc:spChg>
        <pc:spChg chg="del">
          <ac:chgData name="Lim Kelvin" userId="624f6ae12bb7b72b" providerId="LiveId" clId="{F1251028-0FAA-4340-88A2-7AF13CC6F143}" dt="2025-12-15T08:29:41.644" v="11471" actId="478"/>
          <ac:spMkLst>
            <pc:docMk/>
            <pc:sldMk cId="687805573" sldId="306"/>
            <ac:spMk id="70" creationId="{8421B772-B752-48C0-9F7D-DB04B1A416E7}"/>
          </ac:spMkLst>
        </pc:spChg>
        <pc:spChg chg="mod">
          <ac:chgData name="Lim Kelvin" userId="624f6ae12bb7b72b" providerId="LiveId" clId="{F1251028-0FAA-4340-88A2-7AF13CC6F143}" dt="2025-12-15T08:44:26.790" v="11674" actId="14100"/>
          <ac:spMkLst>
            <pc:docMk/>
            <pc:sldMk cId="687805573" sldId="306"/>
            <ac:spMk id="71" creationId="{32026C85-9D4A-4EDF-ADC0-812502B65EC9}"/>
          </ac:spMkLst>
        </pc:spChg>
        <pc:spChg chg="mod">
          <ac:chgData name="Lim Kelvin" userId="624f6ae12bb7b72b" providerId="LiveId" clId="{F1251028-0FAA-4340-88A2-7AF13CC6F143}" dt="2025-12-15T08:43:53.073" v="11663" actId="14100"/>
          <ac:spMkLst>
            <pc:docMk/>
            <pc:sldMk cId="687805573" sldId="306"/>
            <ac:spMk id="72" creationId="{BA48DE01-B20B-491C-8F44-A8E0C38902E2}"/>
          </ac:spMkLst>
        </pc:spChg>
        <pc:spChg chg="mod">
          <ac:chgData name="Lim Kelvin" userId="624f6ae12bb7b72b" providerId="LiveId" clId="{F1251028-0FAA-4340-88A2-7AF13CC6F143}" dt="2025-12-15T08:42:58.367" v="11634" actId="14100"/>
          <ac:spMkLst>
            <pc:docMk/>
            <pc:sldMk cId="687805573" sldId="306"/>
            <ac:spMk id="73" creationId="{6D878FC2-9AD4-438E-84B6-A8B939E6321A}"/>
          </ac:spMkLst>
        </pc:spChg>
        <pc:spChg chg="mod">
          <ac:chgData name="Lim Kelvin" userId="624f6ae12bb7b72b" providerId="LiveId" clId="{F1251028-0FAA-4340-88A2-7AF13CC6F143}" dt="2025-12-15T08:42:43.203" v="11629" actId="14100"/>
          <ac:spMkLst>
            <pc:docMk/>
            <pc:sldMk cId="687805573" sldId="306"/>
            <ac:spMk id="74" creationId="{F01E6B7D-D63E-4562-B237-C7E575458B7B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75" creationId="{9E5A7442-E619-4F3B-B8C0-C064B719EC7A}"/>
          </ac:spMkLst>
        </pc:spChg>
        <pc:spChg chg="add del mod">
          <ac:chgData name="Lim Kelvin" userId="624f6ae12bb7b72b" providerId="LiveId" clId="{F1251028-0FAA-4340-88A2-7AF13CC6F143}" dt="2025-12-15T08:10:25.995" v="11314"/>
          <ac:spMkLst>
            <pc:docMk/>
            <pc:sldMk cId="687805573" sldId="306"/>
            <ac:spMk id="76" creationId="{0C263DE6-3A41-42B3-872D-56FA5D1594F4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77" creationId="{8EE2C2F3-F202-4DDD-BAC5-06114FD11145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78" creationId="{9F372F88-0947-4190-8C56-AC0D02ED373B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79" creationId="{4929964A-4BA7-4C6D-BD84-8CDA1DDA7EE5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80" creationId="{CE30802F-E691-43A4-AF4B-20EAE5AC89CC}"/>
          </ac:spMkLst>
        </pc:spChg>
        <pc:spChg chg="del">
          <ac:chgData name="Lim Kelvin" userId="624f6ae12bb7b72b" providerId="LiveId" clId="{F1251028-0FAA-4340-88A2-7AF13CC6F143}" dt="2025-12-15T08:29:38.688" v="11470" actId="478"/>
          <ac:spMkLst>
            <pc:docMk/>
            <pc:sldMk cId="687805573" sldId="306"/>
            <ac:spMk id="81" creationId="{917B56D8-8050-4F7A-8D44-D1C401FD7F91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82" creationId="{B4AA4DF8-85D9-46A1-958F-BFCA529722F9}"/>
          </ac:spMkLst>
        </pc:spChg>
        <pc:spChg chg="del">
          <ac:chgData name="Lim Kelvin" userId="624f6ae12bb7b72b" providerId="LiveId" clId="{F1251028-0FAA-4340-88A2-7AF13CC6F143}" dt="2025-12-15T08:29:33.193" v="11469" actId="478"/>
          <ac:spMkLst>
            <pc:docMk/>
            <pc:sldMk cId="687805573" sldId="306"/>
            <ac:spMk id="83" creationId="{55E16638-AE1C-49EE-87B1-C45AD5E87461}"/>
          </ac:spMkLst>
        </pc:spChg>
        <pc:spChg chg="mod">
          <ac:chgData name="Lim Kelvin" userId="624f6ae12bb7b72b" providerId="LiveId" clId="{F1251028-0FAA-4340-88A2-7AF13CC6F143}" dt="2025-12-15T08:43:34.260" v="11660" actId="20577"/>
          <ac:spMkLst>
            <pc:docMk/>
            <pc:sldMk cId="687805573" sldId="306"/>
            <ac:spMk id="84" creationId="{6768576F-E143-46F7-B923-38FC9CFE4B9A}"/>
          </ac:spMkLst>
        </pc:spChg>
        <pc:spChg chg="mod">
          <ac:chgData name="Lim Kelvin" userId="624f6ae12bb7b72b" providerId="LiveId" clId="{F1251028-0FAA-4340-88A2-7AF13CC6F143}" dt="2025-12-15T08:43:28.237" v="11649" actId="20577"/>
          <ac:spMkLst>
            <pc:docMk/>
            <pc:sldMk cId="687805573" sldId="306"/>
            <ac:spMk id="85" creationId="{53B89264-48CC-469F-B9E7-EFD3DA2917DD}"/>
          </ac:spMkLst>
        </pc:spChg>
        <pc:spChg chg="del mod">
          <ac:chgData name="Lim Kelvin" userId="624f6ae12bb7b72b" providerId="LiveId" clId="{F1251028-0FAA-4340-88A2-7AF13CC6F143}" dt="2025-12-15T08:43:46.059" v="11662" actId="478"/>
          <ac:spMkLst>
            <pc:docMk/>
            <pc:sldMk cId="687805573" sldId="306"/>
            <ac:spMk id="86" creationId="{6CCD4A2C-9C21-4E16-BF04-1028AEE19B79}"/>
          </ac:spMkLst>
        </pc:spChg>
        <pc:spChg chg="mod">
          <ac:chgData name="Lim Kelvin" userId="624f6ae12bb7b72b" providerId="LiveId" clId="{F1251028-0FAA-4340-88A2-7AF13CC6F143}" dt="2025-12-15T08:44:36.501" v="11686" actId="20577"/>
          <ac:spMkLst>
            <pc:docMk/>
            <pc:sldMk cId="687805573" sldId="306"/>
            <ac:spMk id="87" creationId="{D521C079-6158-4311-8BC6-0A054071E7B9}"/>
          </ac:spMkLst>
        </pc:spChg>
        <pc:spChg chg="add mod">
          <ac:chgData name="Lim Kelvin" userId="624f6ae12bb7b72b" providerId="LiveId" clId="{F1251028-0FAA-4340-88A2-7AF13CC6F143}" dt="2025-12-15T08:34:22.014" v="11519" actId="20577"/>
          <ac:spMkLst>
            <pc:docMk/>
            <pc:sldMk cId="687805573" sldId="306"/>
            <ac:spMk id="90" creationId="{7756A43A-942C-4CB3-9BE3-C083EDFBBC62}"/>
          </ac:spMkLst>
        </pc:spChg>
        <pc:spChg chg="mod">
          <ac:chgData name="Lim Kelvin" userId="624f6ae12bb7b72b" providerId="LiveId" clId="{F1251028-0FAA-4340-88A2-7AF13CC6F143}" dt="2025-12-15T08:55:33.944" v="11864"/>
          <ac:spMkLst>
            <pc:docMk/>
            <pc:sldMk cId="687805573" sldId="306"/>
            <ac:spMk id="92" creationId="{67F25305-54F0-4504-8AFD-D0E65ED4EE61}"/>
          </ac:spMkLst>
        </pc:spChg>
        <pc:spChg chg="add mod">
          <ac:chgData name="Lim Kelvin" userId="624f6ae12bb7b72b" providerId="LiveId" clId="{F1251028-0FAA-4340-88A2-7AF13CC6F143}" dt="2025-12-15T08:36:43.238" v="11538" actId="20577"/>
          <ac:spMkLst>
            <pc:docMk/>
            <pc:sldMk cId="687805573" sldId="306"/>
            <ac:spMk id="93" creationId="{BE91271A-F084-45C0-80A1-4999A6E161D7}"/>
          </ac:spMkLst>
        </pc:spChg>
        <pc:spChg chg="add mod">
          <ac:chgData name="Lim Kelvin" userId="624f6ae12bb7b72b" providerId="LiveId" clId="{F1251028-0FAA-4340-88A2-7AF13CC6F143}" dt="2025-12-15T08:36:46.802" v="11540" actId="20577"/>
          <ac:spMkLst>
            <pc:docMk/>
            <pc:sldMk cId="687805573" sldId="306"/>
            <ac:spMk id="94" creationId="{66C999D5-625A-46FF-BA05-3DF04BC8584F}"/>
          </ac:spMkLst>
        </pc:spChg>
        <pc:spChg chg="add mod">
          <ac:chgData name="Lim Kelvin" userId="624f6ae12bb7b72b" providerId="LiveId" clId="{F1251028-0FAA-4340-88A2-7AF13CC6F143}" dt="2025-12-15T08:36:58.281" v="11550" actId="20577"/>
          <ac:spMkLst>
            <pc:docMk/>
            <pc:sldMk cId="687805573" sldId="306"/>
            <ac:spMk id="95" creationId="{461BC0BC-D413-4442-B74A-25E8342EDB80}"/>
          </ac:spMkLst>
        </pc:spChg>
        <pc:spChg chg="add mod">
          <ac:chgData name="Lim Kelvin" userId="624f6ae12bb7b72b" providerId="LiveId" clId="{F1251028-0FAA-4340-88A2-7AF13CC6F143}" dt="2025-12-15T08:38:41.989" v="11579" actId="20577"/>
          <ac:spMkLst>
            <pc:docMk/>
            <pc:sldMk cId="687805573" sldId="306"/>
            <ac:spMk id="98" creationId="{408A8256-11FF-40D6-858B-9B7DD943364E}"/>
          </ac:spMkLst>
        </pc:spChg>
        <pc:spChg chg="add mod">
          <ac:chgData name="Lim Kelvin" userId="624f6ae12bb7b72b" providerId="LiveId" clId="{F1251028-0FAA-4340-88A2-7AF13CC6F143}" dt="2025-12-15T08:39:27.333" v="11589" actId="1076"/>
          <ac:spMkLst>
            <pc:docMk/>
            <pc:sldMk cId="687805573" sldId="306"/>
            <ac:spMk id="99" creationId="{2D57AD37-0C4C-4DF1-BF0B-C4576552F760}"/>
          </ac:spMkLst>
        </pc:spChg>
        <pc:spChg chg="add mod">
          <ac:chgData name="Lim Kelvin" userId="624f6ae12bb7b72b" providerId="LiveId" clId="{F1251028-0FAA-4340-88A2-7AF13CC6F143}" dt="2025-12-15T08:38:59.944" v="11587" actId="20577"/>
          <ac:spMkLst>
            <pc:docMk/>
            <pc:sldMk cId="687805573" sldId="306"/>
            <ac:spMk id="100" creationId="{55E94981-2FEC-42FF-8F61-E398ED62408F}"/>
          </ac:spMkLst>
        </pc:spChg>
        <pc:spChg chg="add mod">
          <ac:chgData name="Lim Kelvin" userId="624f6ae12bb7b72b" providerId="LiveId" clId="{F1251028-0FAA-4340-88A2-7AF13CC6F143}" dt="2025-12-15T08:39:43.192" v="11596" actId="1076"/>
          <ac:spMkLst>
            <pc:docMk/>
            <pc:sldMk cId="687805573" sldId="306"/>
            <ac:spMk id="101" creationId="{740EED55-0375-4674-AA09-8EB9F2E89196}"/>
          </ac:spMkLst>
        </pc:spChg>
        <pc:spChg chg="add mod">
          <ac:chgData name="Lim Kelvin" userId="624f6ae12bb7b72b" providerId="LiveId" clId="{F1251028-0FAA-4340-88A2-7AF13CC6F143}" dt="2025-12-15T08:40:49.042" v="11606" actId="20577"/>
          <ac:spMkLst>
            <pc:docMk/>
            <pc:sldMk cId="687805573" sldId="306"/>
            <ac:spMk id="102" creationId="{24E4CB38-62AA-4EF0-8F8F-1B06518FAF63}"/>
          </ac:spMkLst>
        </pc:spChg>
        <pc:spChg chg="add mod">
          <ac:chgData name="Lim Kelvin" userId="624f6ae12bb7b72b" providerId="LiveId" clId="{F1251028-0FAA-4340-88A2-7AF13CC6F143}" dt="2025-12-15T08:43:42.354" v="11661" actId="14100"/>
          <ac:spMkLst>
            <pc:docMk/>
            <pc:sldMk cId="687805573" sldId="306"/>
            <ac:spMk id="103" creationId="{968D9EC2-E6AB-478D-B4B2-D2CE46E28CC1}"/>
          </ac:spMkLst>
        </pc:spChg>
        <pc:spChg chg="add mod">
          <ac:chgData name="Lim Kelvin" userId="624f6ae12bb7b72b" providerId="LiveId" clId="{F1251028-0FAA-4340-88A2-7AF13CC6F143}" dt="2025-12-15T08:40:58.366" v="11612" actId="20577"/>
          <ac:spMkLst>
            <pc:docMk/>
            <pc:sldMk cId="687805573" sldId="306"/>
            <ac:spMk id="104" creationId="{7F0A603A-4890-46CF-92A3-7DAD54152858}"/>
          </ac:spMkLst>
        </pc:spChg>
        <pc:spChg chg="add mod">
          <ac:chgData name="Lim Kelvin" userId="624f6ae12bb7b72b" providerId="LiveId" clId="{F1251028-0FAA-4340-88A2-7AF13CC6F143}" dt="2025-12-15T08:44:20.633" v="11673" actId="1076"/>
          <ac:spMkLst>
            <pc:docMk/>
            <pc:sldMk cId="687805573" sldId="306"/>
            <ac:spMk id="105" creationId="{94A788C7-867F-4E9C-8994-5709118A6648}"/>
          </ac:spMkLst>
        </pc:spChg>
        <pc:spChg chg="add mod">
          <ac:chgData name="Lim Kelvin" userId="624f6ae12bb7b72b" providerId="LiveId" clId="{F1251028-0FAA-4340-88A2-7AF13CC6F143}" dt="2025-12-15T08:44:17.010" v="11671" actId="1076"/>
          <ac:spMkLst>
            <pc:docMk/>
            <pc:sldMk cId="687805573" sldId="306"/>
            <ac:spMk id="106" creationId="{6CE4AAC2-5195-4351-9185-740255DA1F3B}"/>
          </ac:spMkLst>
        </pc:spChg>
        <pc:spChg chg="add mod">
          <ac:chgData name="Lim Kelvin" userId="624f6ae12bb7b72b" providerId="LiveId" clId="{F1251028-0FAA-4340-88A2-7AF13CC6F143}" dt="2025-12-15T08:55:28.608" v="11862"/>
          <ac:spMkLst>
            <pc:docMk/>
            <pc:sldMk cId="687805573" sldId="306"/>
            <ac:spMk id="107" creationId="{8D84E7A6-44BD-4D2F-B43D-D4CBDD7ABE4D}"/>
          </ac:spMkLst>
        </pc:spChg>
        <pc:spChg chg="add mod">
          <ac:chgData name="Lim Kelvin" userId="624f6ae12bb7b72b" providerId="LiveId" clId="{F1251028-0FAA-4340-88A2-7AF13CC6F143}" dt="2025-12-15T08:45:29.677" v="11699" actId="14100"/>
          <ac:spMkLst>
            <pc:docMk/>
            <pc:sldMk cId="687805573" sldId="306"/>
            <ac:spMk id="108" creationId="{D6219B0C-6AB0-46F1-93BF-1797A6499358}"/>
          </ac:spMkLst>
        </pc:spChg>
        <pc:spChg chg="add mod">
          <ac:chgData name="Lim Kelvin" userId="624f6ae12bb7b72b" providerId="LiveId" clId="{F1251028-0FAA-4340-88A2-7AF13CC6F143}" dt="2025-12-15T08:51:05.680" v="11801" actId="20577"/>
          <ac:spMkLst>
            <pc:docMk/>
            <pc:sldMk cId="687805573" sldId="306"/>
            <ac:spMk id="109" creationId="{F82E8A5A-D553-4FC0-837C-2557E31EB962}"/>
          </ac:spMkLst>
        </pc:spChg>
        <pc:spChg chg="add mod">
          <ac:chgData name="Lim Kelvin" userId="624f6ae12bb7b72b" providerId="LiveId" clId="{F1251028-0FAA-4340-88A2-7AF13CC6F143}" dt="2025-12-15T08:51:09.184" v="11803" actId="20577"/>
          <ac:spMkLst>
            <pc:docMk/>
            <pc:sldMk cId="687805573" sldId="306"/>
            <ac:spMk id="110" creationId="{F41823C0-079E-487F-9EC9-E331E2814DBC}"/>
          </ac:spMkLst>
        </pc:spChg>
        <pc:spChg chg="add mod">
          <ac:chgData name="Lim Kelvin" userId="624f6ae12bb7b72b" providerId="LiveId" clId="{F1251028-0FAA-4340-88A2-7AF13CC6F143}" dt="2025-12-15T08:54:17.191" v="11833" actId="1076"/>
          <ac:spMkLst>
            <pc:docMk/>
            <pc:sldMk cId="687805573" sldId="306"/>
            <ac:spMk id="111" creationId="{F3154E2D-0A0D-4553-A518-BBAE665C7F5D}"/>
          </ac:spMkLst>
        </pc:spChg>
        <pc:spChg chg="add mod">
          <ac:chgData name="Lim Kelvin" userId="624f6ae12bb7b72b" providerId="LiveId" clId="{F1251028-0FAA-4340-88A2-7AF13CC6F143}" dt="2025-12-15T08:52:16.731" v="11822" actId="20577"/>
          <ac:spMkLst>
            <pc:docMk/>
            <pc:sldMk cId="687805573" sldId="306"/>
            <ac:spMk id="112" creationId="{710E52B7-4009-41E3-AC1E-0779785A2C25}"/>
          </ac:spMkLst>
        </pc:spChg>
        <pc:spChg chg="add mod">
          <ac:chgData name="Lim Kelvin" userId="624f6ae12bb7b72b" providerId="LiveId" clId="{F1251028-0FAA-4340-88A2-7AF13CC6F143}" dt="2025-12-15T08:53:47.820" v="11830" actId="20577"/>
          <ac:spMkLst>
            <pc:docMk/>
            <pc:sldMk cId="687805573" sldId="306"/>
            <ac:spMk id="113" creationId="{D8715A69-3379-463D-9FBC-C2B971FECCB5}"/>
          </ac:spMkLst>
        </pc:spChg>
        <pc:picChg chg="add mod">
          <ac:chgData name="Lim Kelvin" userId="624f6ae12bb7b72b" providerId="LiveId" clId="{F1251028-0FAA-4340-88A2-7AF13CC6F143}" dt="2025-12-15T08:32:33.912" v="11500" actId="1076"/>
          <ac:picMkLst>
            <pc:docMk/>
            <pc:sldMk cId="687805573" sldId="306"/>
            <ac:picMk id="7" creationId="{D6472E7A-A6DC-4A2C-9876-A74AAC116B84}"/>
          </ac:picMkLst>
        </pc:picChg>
        <pc:picChg chg="add mod modCrop">
          <ac:chgData name="Lim Kelvin" userId="624f6ae12bb7b72b" providerId="LiveId" clId="{F1251028-0FAA-4340-88A2-7AF13CC6F143}" dt="2025-12-15T08:29:11.548" v="11468" actId="1076"/>
          <ac:picMkLst>
            <pc:docMk/>
            <pc:sldMk cId="687805573" sldId="306"/>
            <ac:picMk id="13" creationId="{E8F5CB40-2EBC-47F7-A28C-DFE3BBAD3BE9}"/>
          </ac:picMkLst>
        </pc:picChg>
        <pc:picChg chg="del">
          <ac:chgData name="Lim Kelvin" userId="624f6ae12bb7b72b" providerId="LiveId" clId="{F1251028-0FAA-4340-88A2-7AF13CC6F143}" dt="2025-12-15T08:29:33.193" v="11469" actId="478"/>
          <ac:picMkLst>
            <pc:docMk/>
            <pc:sldMk cId="687805573" sldId="306"/>
            <ac:picMk id="33" creationId="{04174EB1-20B5-4E50-BCBC-5B11F8742CD1}"/>
          </ac:picMkLst>
        </pc:picChg>
        <pc:picChg chg="del">
          <ac:chgData name="Lim Kelvin" userId="624f6ae12bb7b72b" providerId="LiveId" clId="{F1251028-0FAA-4340-88A2-7AF13CC6F143}" dt="2025-12-15T08:25:16.402" v="11420" actId="478"/>
          <ac:picMkLst>
            <pc:docMk/>
            <pc:sldMk cId="687805573" sldId="306"/>
            <ac:picMk id="42" creationId="{E2C1BFF9-4320-4B78-8A9B-6C2BA7CBD37E}"/>
          </ac:picMkLst>
        </pc:picChg>
        <pc:picChg chg="del">
          <ac:chgData name="Lim Kelvin" userId="624f6ae12bb7b72b" providerId="LiveId" clId="{F1251028-0FAA-4340-88A2-7AF13CC6F143}" dt="2025-12-15T08:25:46.399" v="11425" actId="478"/>
          <ac:picMkLst>
            <pc:docMk/>
            <pc:sldMk cId="687805573" sldId="306"/>
            <ac:picMk id="46" creationId="{911D15EB-8DD2-447A-9044-787E20F45C06}"/>
          </ac:picMkLst>
        </pc:picChg>
        <pc:picChg chg="del">
          <ac:chgData name="Lim Kelvin" userId="624f6ae12bb7b72b" providerId="LiveId" clId="{F1251028-0FAA-4340-88A2-7AF13CC6F143}" dt="2025-12-15T08:22:22.740" v="11339" actId="478"/>
          <ac:picMkLst>
            <pc:docMk/>
            <pc:sldMk cId="687805573" sldId="306"/>
            <ac:picMk id="50" creationId="{B3C0300B-2B13-42BB-A662-8513FA5FAFDE}"/>
          </ac:picMkLst>
        </pc:picChg>
        <pc:picChg chg="del">
          <ac:chgData name="Lim Kelvin" userId="624f6ae12bb7b72b" providerId="LiveId" clId="{F1251028-0FAA-4340-88A2-7AF13CC6F143}" dt="2025-12-15T08:29:33.193" v="11469" actId="478"/>
          <ac:picMkLst>
            <pc:docMk/>
            <pc:sldMk cId="687805573" sldId="306"/>
            <ac:picMk id="51" creationId="{EFA66498-A4C5-45BB-9333-B13DE3017A6A}"/>
          </ac:picMkLst>
        </pc:picChg>
        <pc:picChg chg="del">
          <ac:chgData name="Lim Kelvin" userId="624f6ae12bb7b72b" providerId="LiveId" clId="{F1251028-0FAA-4340-88A2-7AF13CC6F143}" dt="2025-12-15T08:29:33.193" v="11469" actId="478"/>
          <ac:picMkLst>
            <pc:docMk/>
            <pc:sldMk cId="687805573" sldId="306"/>
            <ac:picMk id="52" creationId="{155B4587-E27C-4E4A-9050-B245DB6E53DA}"/>
          </ac:picMkLst>
        </pc:picChg>
        <pc:picChg chg="del">
          <ac:chgData name="Lim Kelvin" userId="624f6ae12bb7b72b" providerId="LiveId" clId="{F1251028-0FAA-4340-88A2-7AF13CC6F143}" dt="2025-12-15T08:29:33.193" v="11469" actId="478"/>
          <ac:picMkLst>
            <pc:docMk/>
            <pc:sldMk cId="687805573" sldId="306"/>
            <ac:picMk id="65" creationId="{96E2816D-2097-499B-8DA1-4A33CA687480}"/>
          </ac:picMkLst>
        </pc:picChg>
        <pc:picChg chg="add mod">
          <ac:chgData name="Lim Kelvin" userId="624f6ae12bb7b72b" providerId="LiveId" clId="{F1251028-0FAA-4340-88A2-7AF13CC6F143}" dt="2025-12-15T08:25:21.404" v="11422" actId="1076"/>
          <ac:picMkLst>
            <pc:docMk/>
            <pc:sldMk cId="687805573" sldId="306"/>
            <ac:picMk id="88" creationId="{1D6CE1DA-2670-4B49-B26A-FECDFA342301}"/>
          </ac:picMkLst>
        </pc:picChg>
        <pc:picChg chg="add mod">
          <ac:chgData name="Lim Kelvin" userId="624f6ae12bb7b72b" providerId="LiveId" clId="{F1251028-0FAA-4340-88A2-7AF13CC6F143}" dt="2025-12-15T08:25:40.654" v="11424" actId="1076"/>
          <ac:picMkLst>
            <pc:docMk/>
            <pc:sldMk cId="687805573" sldId="306"/>
            <ac:picMk id="89" creationId="{280A6284-CED5-48BC-8290-FED8B81283D9}"/>
          </ac:picMkLst>
        </pc:picChg>
        <pc:picChg chg="del">
          <ac:chgData name="Lim Kelvin" userId="624f6ae12bb7b72b" providerId="LiveId" clId="{F1251028-0FAA-4340-88A2-7AF13CC6F143}" dt="2025-12-15T08:07:24.331" v="11248" actId="478"/>
          <ac:picMkLst>
            <pc:docMk/>
            <pc:sldMk cId="687805573" sldId="306"/>
            <ac:picMk id="91" creationId="{6B2B0953-1B42-473D-B50A-4A9C1CC1B438}"/>
          </ac:picMkLst>
        </pc:picChg>
        <pc:picChg chg="add del mod">
          <ac:chgData name="Lim Kelvin" userId="624f6ae12bb7b72b" providerId="LiveId" clId="{F1251028-0FAA-4340-88A2-7AF13CC6F143}" dt="2025-12-15T08:35:38.268" v="11527" actId="478"/>
          <ac:picMkLst>
            <pc:docMk/>
            <pc:sldMk cId="687805573" sldId="306"/>
            <ac:picMk id="96" creationId="{1308F934-4E83-4EA3-AD8D-C12B3CF82C64}"/>
          </ac:picMkLst>
        </pc:picChg>
        <pc:picChg chg="add mod">
          <ac:chgData name="Lim Kelvin" userId="624f6ae12bb7b72b" providerId="LiveId" clId="{F1251028-0FAA-4340-88A2-7AF13CC6F143}" dt="2025-12-15T08:35:44.570" v="11529" actId="1076"/>
          <ac:picMkLst>
            <pc:docMk/>
            <pc:sldMk cId="687805573" sldId="306"/>
            <ac:picMk id="97" creationId="{F1733BAC-1E2D-4155-BEDD-21A4C5335846}"/>
          </ac:picMkLst>
        </pc:picChg>
        <pc:cxnChg chg="mod">
          <ac:chgData name="Lim Kelvin" userId="624f6ae12bb7b72b" providerId="LiveId" clId="{F1251028-0FAA-4340-88A2-7AF13CC6F143}" dt="2025-12-15T08:20:56.514" v="11334" actId="1076"/>
          <ac:cxnSpMkLst>
            <pc:docMk/>
            <pc:sldMk cId="687805573" sldId="306"/>
            <ac:cxnSpMk id="4" creationId="{AB851C5D-9E5B-4A89-8877-405FE7F1E5A5}"/>
          </ac:cxnSpMkLst>
        </pc:cxnChg>
        <pc:cxnChg chg="mod">
          <ac:chgData name="Lim Kelvin" userId="624f6ae12bb7b72b" providerId="LiveId" clId="{F1251028-0FAA-4340-88A2-7AF13CC6F143}" dt="2025-12-15T08:21:01.003" v="11335" actId="1076"/>
          <ac:cxnSpMkLst>
            <pc:docMk/>
            <pc:sldMk cId="687805573" sldId="306"/>
            <ac:cxnSpMk id="5" creationId="{A1E4674A-02BB-45A5-A9F0-404A4C510D2B}"/>
          </ac:cxnSpMkLst>
        </pc:cxnChg>
      </pc:sldChg>
      <pc:sldChg chg="addSp delSp modSp add mod">
        <pc:chgData name="Lim Kelvin" userId="624f6ae12bb7b72b" providerId="LiveId" clId="{F1251028-0FAA-4340-88A2-7AF13CC6F143}" dt="2025-12-15T13:07:22.984" v="12657" actId="14100"/>
        <pc:sldMkLst>
          <pc:docMk/>
          <pc:sldMk cId="2476929670" sldId="307"/>
        </pc:sldMkLst>
        <pc:spChg chg="add mod">
          <ac:chgData name="Lim Kelvin" userId="624f6ae12bb7b72b" providerId="LiveId" clId="{F1251028-0FAA-4340-88A2-7AF13CC6F143}" dt="2025-12-15T08:48:25.175" v="11763" actId="1076"/>
          <ac:spMkLst>
            <pc:docMk/>
            <pc:sldMk cId="2476929670" sldId="307"/>
            <ac:spMk id="50" creationId="{8AF1490F-20C0-46EF-9ACB-68445D19D645}"/>
          </ac:spMkLst>
        </pc:spChg>
        <pc:spChg chg="add mod">
          <ac:chgData name="Lim Kelvin" userId="624f6ae12bb7b72b" providerId="LiveId" clId="{F1251028-0FAA-4340-88A2-7AF13CC6F143}" dt="2025-12-15T08:53:58.638" v="11831"/>
          <ac:spMkLst>
            <pc:docMk/>
            <pc:sldMk cId="2476929670" sldId="307"/>
            <ac:spMk id="51" creationId="{9958E9BA-5DC2-49DF-915A-E52A990A1E51}"/>
          </ac:spMkLst>
        </pc:spChg>
        <pc:spChg chg="add mod">
          <ac:chgData name="Lim Kelvin" userId="624f6ae12bb7b72b" providerId="LiveId" clId="{F1251028-0FAA-4340-88A2-7AF13CC6F143}" dt="2025-12-15T08:53:58.638" v="11831"/>
          <ac:spMkLst>
            <pc:docMk/>
            <pc:sldMk cId="2476929670" sldId="307"/>
            <ac:spMk id="52" creationId="{9CD6BE46-4EBA-415F-997B-6F0EC8008625}"/>
          </ac:spMkLst>
        </pc:spChg>
        <pc:spChg chg="add mod">
          <ac:chgData name="Lim Kelvin" userId="624f6ae12bb7b72b" providerId="LiveId" clId="{F1251028-0FAA-4340-88A2-7AF13CC6F143}" dt="2025-12-15T08:54:13.625" v="11832" actId="1076"/>
          <ac:spMkLst>
            <pc:docMk/>
            <pc:sldMk cId="2476929670" sldId="307"/>
            <ac:spMk id="56" creationId="{49DDF172-738F-4801-833C-906A9D3A72BF}"/>
          </ac:spMkLst>
        </pc:spChg>
        <pc:spChg chg="add mod">
          <ac:chgData name="Lim Kelvin" userId="624f6ae12bb7b72b" providerId="LiveId" clId="{F1251028-0FAA-4340-88A2-7AF13CC6F143}" dt="2025-12-15T08:53:58.638" v="11831"/>
          <ac:spMkLst>
            <pc:docMk/>
            <pc:sldMk cId="2476929670" sldId="307"/>
            <ac:spMk id="57" creationId="{486B2044-0120-42CF-9F33-3F66E47BEFFD}"/>
          </ac:spMkLst>
        </pc:spChg>
        <pc:spChg chg="add mod">
          <ac:chgData name="Lim Kelvin" userId="624f6ae12bb7b72b" providerId="LiveId" clId="{F1251028-0FAA-4340-88A2-7AF13CC6F143}" dt="2025-12-15T08:53:58.638" v="11831"/>
          <ac:spMkLst>
            <pc:docMk/>
            <pc:sldMk cId="2476929670" sldId="307"/>
            <ac:spMk id="58" creationId="{4609F224-6E0C-4F73-AAD3-AA1BEF21E558}"/>
          </ac:spMkLst>
        </pc:spChg>
        <pc:spChg chg="mod">
          <ac:chgData name="Lim Kelvin" userId="624f6ae12bb7b72b" providerId="LiveId" clId="{F1251028-0FAA-4340-88A2-7AF13CC6F143}" dt="2025-12-15T13:07:22.984" v="12657" actId="14100"/>
          <ac:spMkLst>
            <pc:docMk/>
            <pc:sldMk cId="2476929670" sldId="307"/>
            <ac:spMk id="72" creationId="{BA48DE01-B20B-491C-8F44-A8E0C38902E2}"/>
          </ac:spMkLst>
        </pc:spChg>
        <pc:spChg chg="mod">
          <ac:chgData name="Lim Kelvin" userId="624f6ae12bb7b72b" providerId="LiveId" clId="{F1251028-0FAA-4340-88A2-7AF13CC6F143}" dt="2025-12-15T08:46:28.661" v="11710" actId="14100"/>
          <ac:spMkLst>
            <pc:docMk/>
            <pc:sldMk cId="2476929670" sldId="307"/>
            <ac:spMk id="73" creationId="{6D878FC2-9AD4-438E-84B6-A8B939E6321A}"/>
          </ac:spMkLst>
        </pc:spChg>
        <pc:spChg chg="mod">
          <ac:chgData name="Lim Kelvin" userId="624f6ae12bb7b72b" providerId="LiveId" clId="{F1251028-0FAA-4340-88A2-7AF13CC6F143}" dt="2025-12-15T08:47:33.542" v="11749" actId="14100"/>
          <ac:spMkLst>
            <pc:docMk/>
            <pc:sldMk cId="2476929670" sldId="307"/>
            <ac:spMk id="74" creationId="{F01E6B7D-D63E-4562-B237-C7E575458B7B}"/>
          </ac:spMkLst>
        </pc:spChg>
        <pc:spChg chg="mod">
          <ac:chgData name="Lim Kelvin" userId="624f6ae12bb7b72b" providerId="LiveId" clId="{F1251028-0FAA-4340-88A2-7AF13CC6F143}" dt="2025-12-15T08:48:31.534" v="11765" actId="20577"/>
          <ac:spMkLst>
            <pc:docMk/>
            <pc:sldMk cId="2476929670" sldId="307"/>
            <ac:spMk id="84" creationId="{6768576F-E143-46F7-B923-38FC9CFE4B9A}"/>
          </ac:spMkLst>
        </pc:spChg>
        <pc:spChg chg="mod">
          <ac:chgData name="Lim Kelvin" userId="624f6ae12bb7b72b" providerId="LiveId" clId="{F1251028-0FAA-4340-88A2-7AF13CC6F143}" dt="2025-12-15T08:47:10.351" v="11745" actId="20577"/>
          <ac:spMkLst>
            <pc:docMk/>
            <pc:sldMk cId="2476929670" sldId="307"/>
            <ac:spMk id="85" creationId="{53B89264-48CC-469F-B9E7-EFD3DA2917DD}"/>
          </ac:spMkLst>
        </pc:spChg>
        <pc:spChg chg="mod">
          <ac:chgData name="Lim Kelvin" userId="624f6ae12bb7b72b" providerId="LiveId" clId="{F1251028-0FAA-4340-88A2-7AF13CC6F143}" dt="2025-12-15T08:48:45.760" v="11767" actId="20577"/>
          <ac:spMkLst>
            <pc:docMk/>
            <pc:sldMk cId="2476929670" sldId="307"/>
            <ac:spMk id="87" creationId="{D521C079-6158-4311-8BC6-0A054071E7B9}"/>
          </ac:spMkLst>
        </pc:spChg>
        <pc:spChg chg="mod">
          <ac:chgData name="Lim Kelvin" userId="624f6ae12bb7b72b" providerId="LiveId" clId="{F1251028-0FAA-4340-88A2-7AF13CC6F143}" dt="2025-12-15T08:46:06.161" v="11707" actId="20577"/>
          <ac:spMkLst>
            <pc:docMk/>
            <pc:sldMk cId="2476929670" sldId="307"/>
            <ac:spMk id="90" creationId="{7756A43A-942C-4CB3-9BE3-C083EDFBBC62}"/>
          </ac:spMkLst>
        </pc:spChg>
        <pc:spChg chg="mod">
          <ac:chgData name="Lim Kelvin" userId="624f6ae12bb7b72b" providerId="LiveId" clId="{F1251028-0FAA-4340-88A2-7AF13CC6F143}" dt="2025-12-15T08:55:06.289" v="11856"/>
          <ac:spMkLst>
            <pc:docMk/>
            <pc:sldMk cId="2476929670" sldId="307"/>
            <ac:spMk id="92" creationId="{67F25305-54F0-4504-8AFD-D0E65ED4EE61}"/>
          </ac:spMkLst>
        </pc:spChg>
        <pc:spChg chg="mod">
          <ac:chgData name="Lim Kelvin" userId="624f6ae12bb7b72b" providerId="LiveId" clId="{F1251028-0FAA-4340-88A2-7AF13CC6F143}" dt="2025-12-15T08:48:11.648" v="11759" actId="20577"/>
          <ac:spMkLst>
            <pc:docMk/>
            <pc:sldMk cId="2476929670" sldId="307"/>
            <ac:spMk id="99" creationId="{2D57AD37-0C4C-4DF1-BF0B-C4576552F760}"/>
          </ac:spMkLst>
        </pc:spChg>
        <pc:spChg chg="mod">
          <ac:chgData name="Lim Kelvin" userId="624f6ae12bb7b72b" providerId="LiveId" clId="{F1251028-0FAA-4340-88A2-7AF13CC6F143}" dt="2025-12-15T08:48:08.916" v="11757" actId="20577"/>
          <ac:spMkLst>
            <pc:docMk/>
            <pc:sldMk cId="2476929670" sldId="307"/>
            <ac:spMk id="100" creationId="{55E94981-2FEC-42FF-8F61-E398ED62408F}"/>
          </ac:spMkLst>
        </pc:spChg>
        <pc:spChg chg="mod">
          <ac:chgData name="Lim Kelvin" userId="624f6ae12bb7b72b" providerId="LiveId" clId="{F1251028-0FAA-4340-88A2-7AF13CC6F143}" dt="2025-12-15T08:48:07.496" v="11755" actId="20577"/>
          <ac:spMkLst>
            <pc:docMk/>
            <pc:sldMk cId="2476929670" sldId="307"/>
            <ac:spMk id="101" creationId="{740EED55-0375-4674-AA09-8EB9F2E89196}"/>
          </ac:spMkLst>
        </pc:spChg>
        <pc:spChg chg="mod">
          <ac:chgData name="Lim Kelvin" userId="624f6ae12bb7b72b" providerId="LiveId" clId="{F1251028-0FAA-4340-88A2-7AF13CC6F143}" dt="2025-12-15T08:48:06.291" v="11753" actId="20577"/>
          <ac:spMkLst>
            <pc:docMk/>
            <pc:sldMk cId="2476929670" sldId="307"/>
            <ac:spMk id="102" creationId="{24E4CB38-62AA-4EF0-8F8F-1B06518FAF63}"/>
          </ac:spMkLst>
        </pc:spChg>
        <pc:spChg chg="mod">
          <ac:chgData name="Lim Kelvin" userId="624f6ae12bb7b72b" providerId="LiveId" clId="{F1251028-0FAA-4340-88A2-7AF13CC6F143}" dt="2025-12-15T08:48:17.187" v="11760" actId="14100"/>
          <ac:spMkLst>
            <pc:docMk/>
            <pc:sldMk cId="2476929670" sldId="307"/>
            <ac:spMk id="103" creationId="{968D9EC2-E6AB-478D-B4B2-D2CE46E28CC1}"/>
          </ac:spMkLst>
        </pc:spChg>
        <pc:spChg chg="mod">
          <ac:chgData name="Lim Kelvin" userId="624f6ae12bb7b72b" providerId="LiveId" clId="{F1251028-0FAA-4340-88A2-7AF13CC6F143}" dt="2025-12-15T08:48:04.068" v="11751" actId="20577"/>
          <ac:spMkLst>
            <pc:docMk/>
            <pc:sldMk cId="2476929670" sldId="307"/>
            <ac:spMk id="104" creationId="{7F0A603A-4890-46CF-92A3-7DAD54152858}"/>
          </ac:spMkLst>
        </pc:spChg>
        <pc:spChg chg="del">
          <ac:chgData name="Lim Kelvin" userId="624f6ae12bb7b72b" providerId="LiveId" clId="{F1251028-0FAA-4340-88A2-7AF13CC6F143}" dt="2025-12-15T08:48:19.429" v="11761" actId="478"/>
          <ac:spMkLst>
            <pc:docMk/>
            <pc:sldMk cId="2476929670" sldId="307"/>
            <ac:spMk id="105" creationId="{94A788C7-867F-4E9C-8994-5709118A6648}"/>
          </ac:spMkLst>
        </pc:spChg>
        <pc:spChg chg="mod">
          <ac:chgData name="Lim Kelvin" userId="624f6ae12bb7b72b" providerId="LiveId" clId="{F1251028-0FAA-4340-88A2-7AF13CC6F143}" dt="2025-12-15T08:48:48.779" v="11769" actId="20577"/>
          <ac:spMkLst>
            <pc:docMk/>
            <pc:sldMk cId="2476929670" sldId="307"/>
            <ac:spMk id="106" creationId="{6CE4AAC2-5195-4351-9185-740255DA1F3B}"/>
          </ac:spMkLst>
        </pc:spChg>
        <pc:spChg chg="mod">
          <ac:chgData name="Lim Kelvin" userId="624f6ae12bb7b72b" providerId="LiveId" clId="{F1251028-0FAA-4340-88A2-7AF13CC6F143}" dt="2025-12-15T08:55:21.776" v="11859"/>
          <ac:spMkLst>
            <pc:docMk/>
            <pc:sldMk cId="2476929670" sldId="307"/>
            <ac:spMk id="107" creationId="{8D84E7A6-44BD-4D2F-B43D-D4CBDD7ABE4D}"/>
          </ac:spMkLst>
        </pc:spChg>
      </pc:sldChg>
      <pc:sldMasterChg chg="setBg addSldLayout modSldLayout">
        <pc:chgData name="Lim Kelvin" userId="624f6ae12bb7b72b" providerId="LiveId" clId="{F1251028-0FAA-4340-88A2-7AF13CC6F143}" dt="2025-12-15T10:49:14.683" v="12517"/>
        <pc:sldMasterMkLst>
          <pc:docMk/>
          <pc:sldMasterMk cId="1806721671" sldId="2147483648"/>
        </pc:sldMasterMkLst>
        <pc:sldLayoutChg chg="add setBg">
          <pc:chgData name="Lim Kelvin" userId="624f6ae12bb7b72b" providerId="LiveId" clId="{F1251028-0FAA-4340-88A2-7AF13CC6F143}" dt="2025-12-15T10:49:14.683" v="12517"/>
          <pc:sldLayoutMkLst>
            <pc:docMk/>
            <pc:sldMasterMk cId="1806721671" sldId="2147483648"/>
            <pc:sldLayoutMk cId="990131885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341EF-250D-4FDD-A309-8928E3774C0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85944-09E0-4CA5-8A30-7CF623BE14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09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376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531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698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147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9239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719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748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2408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2668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967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237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7334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693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113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039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2082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798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4008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2048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2463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9476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0153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2251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8403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8676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51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6449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318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42773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7348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7348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5856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0292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FD2D-BB03-4577-8EE6-83BC76336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F3978-0450-4242-8041-B1FB29392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13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00"/>
                    </a14:imgEffect>
                    <a14:imgEffect>
                      <a14:sharpenSoften amount="-100000"/>
                    </a14:imgEffect>
                    <a14:imgEffect>
                      <a14:brightnessContrast bright="-7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72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1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png"/><Relationship Id="rId9" Type="http://schemas.openxmlformats.org/officeDocument/2006/relationships/image" Target="../media/image33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FF7A29D-382F-4003-B374-73DC3C4E0918}"/>
              </a:ext>
            </a:extLst>
          </p:cNvPr>
          <p:cNvSpPr txBox="1"/>
          <p:nvPr/>
        </p:nvSpPr>
        <p:spPr>
          <a:xfrm>
            <a:off x="484447" y="1883852"/>
            <a:ext cx="630882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>
                <a:ln w="3175">
                  <a:solidFill>
                    <a:srgbClr val="4D4D4D"/>
                  </a:solidFill>
                </a:ln>
                <a:noFill/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Together we advance</a:t>
            </a:r>
            <a:endParaRPr lang="en-GB" altLang="zh-TW" sz="4000" b="1" i="0" dirty="0">
              <a:ln w="3175">
                <a:solidFill>
                  <a:srgbClr val="4D4D4D"/>
                </a:solidFill>
              </a:ln>
              <a:noFill/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0A582-7681-4243-8139-C1E1C8376212}"/>
              </a:ext>
            </a:extLst>
          </p:cNvPr>
          <p:cNvSpPr txBox="1"/>
          <p:nvPr/>
        </p:nvSpPr>
        <p:spPr>
          <a:xfrm>
            <a:off x="1059940" y="1859564"/>
            <a:ext cx="4543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ACACF2-29AD-44CB-A4EA-77B01E0526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777" y="632706"/>
            <a:ext cx="5411623" cy="45058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6005E2-DD03-4925-9ABC-663A7F2CB8E7}"/>
              </a:ext>
            </a:extLst>
          </p:cNvPr>
          <p:cNvSpPr txBox="1"/>
          <p:nvPr/>
        </p:nvSpPr>
        <p:spPr>
          <a:xfrm>
            <a:off x="1059940" y="2446304"/>
            <a:ext cx="18117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Release on Jan 6</a:t>
            </a:r>
            <a:r>
              <a:rPr lang="en-GB" altLang="zh-TW" sz="1200" b="1" i="0" baseline="300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th</a:t>
            </a:r>
            <a:r>
              <a:rPr lang="en-GB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 2025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BB64AC-2E68-4459-97BC-53F4C7405884}"/>
              </a:ext>
            </a:extLst>
          </p:cNvPr>
          <p:cNvSpPr/>
          <p:nvPr/>
        </p:nvSpPr>
        <p:spPr>
          <a:xfrm>
            <a:off x="1130337" y="2757799"/>
            <a:ext cx="774664" cy="34755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</a:p>
          <a:p>
            <a:pPr algn="ctr"/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N4P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7D1714-8245-4C47-AD12-DAC7BA796323}"/>
              </a:ext>
            </a:extLst>
          </p:cNvPr>
          <p:cNvSpPr/>
          <p:nvPr/>
        </p:nvSpPr>
        <p:spPr>
          <a:xfrm>
            <a:off x="1965797" y="2757798"/>
            <a:ext cx="774664" cy="34755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Up to 5.1Ghz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0AE0D9-A613-4F33-8D8D-7E71E5E04FD2}"/>
              </a:ext>
            </a:extLst>
          </p:cNvPr>
          <p:cNvSpPr/>
          <p:nvPr/>
        </p:nvSpPr>
        <p:spPr>
          <a:xfrm>
            <a:off x="2801257" y="2757798"/>
            <a:ext cx="774664" cy="34755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55W </a:t>
            </a:r>
          </a:p>
          <a:p>
            <a:pPr algn="ctr"/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TDP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8C5B220-2C04-4D6C-B767-811CA3EC5C60}"/>
              </a:ext>
            </a:extLst>
          </p:cNvPr>
          <p:cNvSpPr/>
          <p:nvPr/>
        </p:nvSpPr>
        <p:spPr>
          <a:xfrm>
            <a:off x="3638857" y="2757797"/>
            <a:ext cx="1771343" cy="34755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configurable </a:t>
            </a:r>
          </a:p>
          <a:p>
            <a:pPr algn="ctr"/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TDP (45-120W)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B4F66F-23CD-4A2C-ACA1-F17A188EA2B2}"/>
              </a:ext>
            </a:extLst>
          </p:cNvPr>
          <p:cNvSpPr/>
          <p:nvPr/>
        </p:nvSpPr>
        <p:spPr>
          <a:xfrm>
            <a:off x="2509838" y="3136935"/>
            <a:ext cx="2038350" cy="30356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“Zen5”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690E4C-7FC7-41AF-8C02-08E95E8B59F9}"/>
              </a:ext>
            </a:extLst>
          </p:cNvPr>
          <p:cNvSpPr/>
          <p:nvPr/>
        </p:nvSpPr>
        <p:spPr>
          <a:xfrm>
            <a:off x="1129204" y="3136936"/>
            <a:ext cx="1325435" cy="30356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RDNA 3.5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14B8CF-D367-4013-8A4C-29A12D28CA7F}"/>
              </a:ext>
            </a:extLst>
          </p:cNvPr>
          <p:cNvSpPr/>
          <p:nvPr/>
        </p:nvSpPr>
        <p:spPr>
          <a:xfrm>
            <a:off x="4606925" y="3136934"/>
            <a:ext cx="802142" cy="30356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XDNA 2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C17BF9-B83D-4F4B-B41F-7FCCED98BD73}"/>
              </a:ext>
            </a:extLst>
          </p:cNvPr>
          <p:cNvSpPr/>
          <p:nvPr/>
        </p:nvSpPr>
        <p:spPr>
          <a:xfrm>
            <a:off x="1129204" y="3472087"/>
            <a:ext cx="4279863" cy="34755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Unified memory architecture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B65F36F-51DE-4C58-BA90-D3126B80C852}"/>
              </a:ext>
            </a:extLst>
          </p:cNvPr>
          <p:cNvSpPr/>
          <p:nvPr/>
        </p:nvSpPr>
        <p:spPr>
          <a:xfrm>
            <a:off x="1129203" y="3857522"/>
            <a:ext cx="4279863" cy="34755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Up to 128GB LPDDR5x-8000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AF5071-06A5-42DD-86EE-B0E82EE07348}"/>
              </a:ext>
            </a:extLst>
          </p:cNvPr>
          <p:cNvSpPr/>
          <p:nvPr/>
        </p:nvSpPr>
        <p:spPr>
          <a:xfrm>
            <a:off x="1198466" y="5031635"/>
            <a:ext cx="2021139" cy="521510"/>
          </a:xfrm>
          <a:prstGeom prst="roundRect">
            <a:avLst/>
          </a:prstGeom>
          <a:gradFill>
            <a:gsLst>
              <a:gs pos="0">
                <a:schemeClr val="bg1"/>
              </a:gs>
              <a:gs pos="77000">
                <a:srgbClr val="E5E9EF">
                  <a:alpha val="10000"/>
                </a:srgbClr>
              </a:gs>
              <a:gs pos="22000">
                <a:srgbClr val="F4F6F8">
                  <a:alpha val="10000"/>
                </a:srgb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7452FB-D445-453A-90F7-E7BF0584DC75}"/>
              </a:ext>
            </a:extLst>
          </p:cNvPr>
          <p:cNvSpPr txBox="1"/>
          <p:nvPr/>
        </p:nvSpPr>
        <p:spPr>
          <a:xfrm>
            <a:off x="1129203" y="5031635"/>
            <a:ext cx="21980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1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林偉翔</a:t>
            </a:r>
            <a:r>
              <a:rPr lang="en-US" altLang="zh-CN" sz="1000" b="1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01257174</a:t>
            </a:r>
            <a:r>
              <a:rPr lang="en-US" altLang="zh-CN" sz="1100" b="1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en-US" sz="1100" b="1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許能翔</a:t>
            </a:r>
            <a:r>
              <a:rPr lang="en-US" altLang="zh-CN" sz="1000" b="1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01257176</a:t>
            </a:r>
            <a:endParaRPr lang="en-GB" altLang="zh-TW" sz="1100" b="1" i="0" dirty="0"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E9719F-81D0-41DC-A37C-A7D3B4DDAF33}"/>
              </a:ext>
            </a:extLst>
          </p:cNvPr>
          <p:cNvSpPr txBox="1"/>
          <p:nvPr/>
        </p:nvSpPr>
        <p:spPr>
          <a:xfrm>
            <a:off x="1359636" y="5292390"/>
            <a:ext cx="1909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100" b="1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2025</a:t>
            </a:r>
            <a:r>
              <a:rPr lang="zh-CN" altLang="en-US" sz="1100" b="1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年计算机结构期末报告</a:t>
            </a:r>
            <a:endParaRPr lang="en-GB" altLang="zh-TW" sz="1100" b="1" i="0" dirty="0"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2118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BFFF405-E793-4A95-9A1B-9EA3172B768E}"/>
              </a:ext>
            </a:extLst>
          </p:cNvPr>
          <p:cNvSpPr txBox="1"/>
          <p:nvPr/>
        </p:nvSpPr>
        <p:spPr>
          <a:xfrm>
            <a:off x="47625" y="296253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>
                <a:ln w="3175">
                  <a:solidFill>
                    <a:srgbClr val="4D4D4D"/>
                  </a:solidFill>
                </a:ln>
                <a:noFill/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Overview</a:t>
            </a:r>
            <a:endParaRPr lang="en-GB" altLang="zh-TW" sz="4000" b="1" i="0" dirty="0">
              <a:ln w="3175">
                <a:solidFill>
                  <a:srgbClr val="4D4D4D"/>
                </a:solidFill>
              </a:ln>
              <a:noFill/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8C7B9-F886-4C07-A2F0-B7D92F7E67B9}"/>
              </a:ext>
            </a:extLst>
          </p:cNvPr>
          <p:cNvSpPr txBox="1"/>
          <p:nvPr/>
        </p:nvSpPr>
        <p:spPr>
          <a:xfrm>
            <a:off x="4921640" y="3037846"/>
            <a:ext cx="2348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Overview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E43343-69D7-4096-8EB1-64FC4E7F9128}"/>
              </a:ext>
            </a:extLst>
          </p:cNvPr>
          <p:cNvCxnSpPr>
            <a:cxnSpLocks/>
          </p:cNvCxnSpPr>
          <p:nvPr/>
        </p:nvCxnSpPr>
        <p:spPr>
          <a:xfrm>
            <a:off x="6143625" y="3670419"/>
            <a:ext cx="985257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2DAB9C-E16F-46C4-89CA-9F8F747BB1CD}"/>
              </a:ext>
            </a:extLst>
          </p:cNvPr>
          <p:cNvCxnSpPr>
            <a:cxnSpLocks/>
          </p:cNvCxnSpPr>
          <p:nvPr/>
        </p:nvCxnSpPr>
        <p:spPr>
          <a:xfrm>
            <a:off x="6757988" y="3745732"/>
            <a:ext cx="370894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27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A7B6C-C6A7-4D6B-BBE0-7DC1CA373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221" y="726808"/>
            <a:ext cx="6389558" cy="540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4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A7B6C-C6A7-4D6B-BBE0-7DC1CA373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221" y="726808"/>
            <a:ext cx="6389558" cy="54043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17EBE6-CE76-47E1-AE74-A0E4896E4BD9}"/>
              </a:ext>
            </a:extLst>
          </p:cNvPr>
          <p:cNvSpPr/>
          <p:nvPr/>
        </p:nvSpPr>
        <p:spPr>
          <a:xfrm>
            <a:off x="4805363" y="1731169"/>
            <a:ext cx="1290637" cy="106918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CCD #0</a:t>
            </a:r>
            <a:endParaRPr lang="zh-TW" alt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616DF2-92D3-4FDB-870D-46CC5A05B737}"/>
              </a:ext>
            </a:extLst>
          </p:cNvPr>
          <p:cNvSpPr/>
          <p:nvPr/>
        </p:nvSpPr>
        <p:spPr>
          <a:xfrm>
            <a:off x="6126957" y="1731169"/>
            <a:ext cx="1290637" cy="106918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CCD #1</a:t>
            </a:r>
            <a:endParaRPr lang="zh-TW" alt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56076D-E8EA-4BBE-BBFB-D4769F8B5647}"/>
              </a:ext>
            </a:extLst>
          </p:cNvPr>
          <p:cNvSpPr/>
          <p:nvPr/>
        </p:nvSpPr>
        <p:spPr>
          <a:xfrm>
            <a:off x="4723607" y="2823369"/>
            <a:ext cx="2721768" cy="229155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I/O Die</a:t>
            </a:r>
            <a:endParaRPr lang="zh-TW" alt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8088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A271FB-E82B-427C-8BF6-4CC02F5AF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221" y="726808"/>
            <a:ext cx="6389558" cy="5404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F7CC7D-D94F-404E-9DA2-6AC69029D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221" y="726808"/>
            <a:ext cx="6539681" cy="5404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DD8923-25AB-4FB0-9D77-985DEA11E508}"/>
              </a:ext>
            </a:extLst>
          </p:cNvPr>
          <p:cNvSpPr txBox="1"/>
          <p:nvPr/>
        </p:nvSpPr>
        <p:spPr>
          <a:xfrm>
            <a:off x="2956594" y="785291"/>
            <a:ext cx="2489759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r>
              <a:rPr lang="en-GB" altLang="zh-TW" b="1" i="0" dirty="0">
                <a:gradFill flip="none" rotWithShape="1">
                  <a:gsLst>
                    <a:gs pos="0">
                      <a:srgbClr val="4D4D4D">
                        <a:shade val="30000"/>
                        <a:satMod val="115000"/>
                      </a:srgbClr>
                    </a:gs>
                    <a:gs pos="50000">
                      <a:srgbClr val="4D4D4D">
                        <a:shade val="67500"/>
                        <a:satMod val="115000"/>
                      </a:srgbClr>
                    </a:gs>
                    <a:gs pos="100000">
                      <a:srgbClr val="4D4D4D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Ryzen</a:t>
            </a:r>
            <a:r>
              <a:rPr lang="en-GB" altLang="zh-TW" b="1" dirty="0">
                <a:gradFill flip="none" rotWithShape="1">
                  <a:gsLst>
                    <a:gs pos="0">
                      <a:srgbClr val="4D4D4D">
                        <a:shade val="30000"/>
                        <a:satMod val="115000"/>
                      </a:srgbClr>
                    </a:gs>
                    <a:gs pos="50000">
                      <a:srgbClr val="4D4D4D">
                        <a:shade val="67500"/>
                        <a:satMod val="115000"/>
                      </a:srgbClr>
                    </a:gs>
                    <a:gs pos="100000">
                      <a:srgbClr val="4D4D4D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GB" altLang="zh-TW" b="1" i="0" dirty="0">
                <a:gradFill flip="none" rotWithShape="1">
                  <a:gsLst>
                    <a:gs pos="0">
                      <a:srgbClr val="4D4D4D">
                        <a:shade val="30000"/>
                        <a:satMod val="115000"/>
                      </a:srgbClr>
                    </a:gs>
                    <a:gs pos="50000">
                      <a:srgbClr val="4D4D4D">
                        <a:shade val="67500"/>
                        <a:satMod val="115000"/>
                      </a:srgbClr>
                    </a:gs>
                    <a:gs pos="100000">
                      <a:srgbClr val="4D4D4D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Al Max+ 395</a:t>
            </a:r>
          </a:p>
        </p:txBody>
      </p:sp>
    </p:spTree>
    <p:extLst>
      <p:ext uri="{BB962C8B-B14F-4D97-AF65-F5344CB8AC3E}">
        <p14:creationId xmlns:p14="http://schemas.microsoft.com/office/powerpoint/2010/main" val="4289509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F7CC7D-D94F-404E-9DA2-6AC69029D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111" y="1672994"/>
            <a:ext cx="4249777" cy="35120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47C195-EC60-42D0-A6EE-0FAA42BAC274}"/>
              </a:ext>
            </a:extLst>
          </p:cNvPr>
          <p:cNvSpPr txBox="1"/>
          <p:nvPr/>
        </p:nvSpPr>
        <p:spPr>
          <a:xfrm>
            <a:off x="3971111" y="1672994"/>
            <a:ext cx="1983235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r>
              <a:rPr lang="en-GB" altLang="zh-TW" sz="1600" b="1" i="0" dirty="0">
                <a:gradFill flip="none" rotWithShape="1">
                  <a:gsLst>
                    <a:gs pos="0">
                      <a:srgbClr val="4D4D4D">
                        <a:shade val="30000"/>
                        <a:satMod val="115000"/>
                      </a:srgbClr>
                    </a:gs>
                    <a:gs pos="50000">
                      <a:srgbClr val="4D4D4D">
                        <a:shade val="67500"/>
                        <a:satMod val="115000"/>
                      </a:srgbClr>
                    </a:gs>
                    <a:gs pos="100000">
                      <a:srgbClr val="4D4D4D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Ryzen</a:t>
            </a:r>
            <a:r>
              <a:rPr lang="en-GB" altLang="zh-TW" sz="1600" b="1" dirty="0">
                <a:gradFill flip="none" rotWithShape="1">
                  <a:gsLst>
                    <a:gs pos="0">
                      <a:srgbClr val="4D4D4D">
                        <a:shade val="30000"/>
                        <a:satMod val="115000"/>
                      </a:srgbClr>
                    </a:gs>
                    <a:gs pos="50000">
                      <a:srgbClr val="4D4D4D">
                        <a:shade val="67500"/>
                        <a:satMod val="115000"/>
                      </a:srgbClr>
                    </a:gs>
                    <a:gs pos="100000">
                      <a:srgbClr val="4D4D4D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GB" altLang="zh-TW" sz="1600" b="1" i="0" dirty="0">
                <a:gradFill flip="none" rotWithShape="1">
                  <a:gsLst>
                    <a:gs pos="0">
                      <a:srgbClr val="4D4D4D">
                        <a:shade val="30000"/>
                        <a:satMod val="115000"/>
                      </a:srgbClr>
                    </a:gs>
                    <a:gs pos="50000">
                      <a:srgbClr val="4D4D4D">
                        <a:shade val="67500"/>
                        <a:satMod val="115000"/>
                      </a:srgbClr>
                    </a:gs>
                    <a:gs pos="100000">
                      <a:srgbClr val="4D4D4D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Al Max+ 395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C29D6B-9FDF-4B16-9F02-FBAEF8A55B12}"/>
              </a:ext>
            </a:extLst>
          </p:cNvPr>
          <p:cNvCxnSpPr>
            <a:cxnSpLocks/>
          </p:cNvCxnSpPr>
          <p:nvPr/>
        </p:nvCxnSpPr>
        <p:spPr>
          <a:xfrm>
            <a:off x="739140" y="2710334"/>
            <a:ext cx="305181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D01F39-D309-47BA-9308-5682DA8AD4B3}"/>
              </a:ext>
            </a:extLst>
          </p:cNvPr>
          <p:cNvSpPr txBox="1"/>
          <p:nvPr/>
        </p:nvSpPr>
        <p:spPr>
          <a:xfrm>
            <a:off x="638753" y="2368605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16-Core CPU (32 Threads)</a:t>
            </a:r>
            <a:endParaRPr lang="en-GB" altLang="zh-TW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55BC7-6883-48AA-8529-A09E91002370}"/>
              </a:ext>
            </a:extLst>
          </p:cNvPr>
          <p:cNvSpPr txBox="1"/>
          <p:nvPr/>
        </p:nvSpPr>
        <p:spPr>
          <a:xfrm>
            <a:off x="638753" y="2781355"/>
            <a:ext cx="2619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14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“Zen5” CPU microarchitecture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7A1F5-A558-497E-A0C6-4AE5CF49A740}"/>
              </a:ext>
            </a:extLst>
          </p:cNvPr>
          <p:cNvSpPr txBox="1"/>
          <p:nvPr/>
        </p:nvSpPr>
        <p:spPr>
          <a:xfrm>
            <a:off x="638753" y="3079666"/>
            <a:ext cx="2460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Improved branch prediction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18E6C-5DF9-4AF3-A8F8-1C8D971EA60A}"/>
              </a:ext>
            </a:extLst>
          </p:cNvPr>
          <p:cNvSpPr txBox="1"/>
          <p:nvPr/>
        </p:nvSpPr>
        <p:spPr>
          <a:xfrm>
            <a:off x="638751" y="3390326"/>
            <a:ext cx="23278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8-wide instruction decode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FF6E05-68C4-4E87-907E-0056C8349640}"/>
              </a:ext>
            </a:extLst>
          </p:cNvPr>
          <p:cNvSpPr txBox="1"/>
          <p:nvPr/>
        </p:nvSpPr>
        <p:spPr>
          <a:xfrm>
            <a:off x="638750" y="3699392"/>
            <a:ext cx="2199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40% larger reorder buffer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C532E-8E9C-410F-88D7-81E0506364AE}"/>
              </a:ext>
            </a:extLst>
          </p:cNvPr>
          <p:cNvSpPr txBox="1"/>
          <p:nvPr/>
        </p:nvSpPr>
        <p:spPr>
          <a:xfrm>
            <a:off x="638749" y="4006694"/>
            <a:ext cx="2514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Hierarchy cache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A02E3A-3CCD-409B-8C07-CC0CAFE98A32}"/>
              </a:ext>
            </a:extLst>
          </p:cNvPr>
          <p:cNvSpPr txBox="1"/>
          <p:nvPr/>
        </p:nvSpPr>
        <p:spPr>
          <a:xfrm>
            <a:off x="638752" y="4313996"/>
            <a:ext cx="2675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16 x 48 KB for L1D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D93E8F-A1E0-4E5E-B326-598AD574D799}"/>
              </a:ext>
            </a:extLst>
          </p:cNvPr>
          <p:cNvSpPr txBox="1"/>
          <p:nvPr/>
        </p:nvSpPr>
        <p:spPr>
          <a:xfrm>
            <a:off x="638750" y="4624656"/>
            <a:ext cx="2460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16 x 32 KB for L1I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337A8-9200-4933-8529-D5F7F38E604F}"/>
              </a:ext>
            </a:extLst>
          </p:cNvPr>
          <p:cNvSpPr txBox="1"/>
          <p:nvPr/>
        </p:nvSpPr>
        <p:spPr>
          <a:xfrm>
            <a:off x="638749" y="4933722"/>
            <a:ext cx="2780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16 x 1024 KB for L2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7FCEF3-4C74-4BE2-8CA7-732DC31BC0A4}"/>
              </a:ext>
            </a:extLst>
          </p:cNvPr>
          <p:cNvSpPr txBox="1"/>
          <p:nvPr/>
        </p:nvSpPr>
        <p:spPr>
          <a:xfrm>
            <a:off x="638749" y="5241024"/>
            <a:ext cx="2514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 x 32768 KB for L3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004B8B-8517-4DE6-ADAF-F59A8ED33732}"/>
              </a:ext>
            </a:extLst>
          </p:cNvPr>
          <p:cNvCxnSpPr>
            <a:cxnSpLocks/>
          </p:cNvCxnSpPr>
          <p:nvPr/>
        </p:nvCxnSpPr>
        <p:spPr>
          <a:xfrm>
            <a:off x="8382318" y="3167534"/>
            <a:ext cx="305181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9206249-2EDD-49D0-8C45-9A6963C4A4BB}"/>
              </a:ext>
            </a:extLst>
          </p:cNvPr>
          <p:cNvSpPr txBox="1"/>
          <p:nvPr/>
        </p:nvSpPr>
        <p:spPr>
          <a:xfrm>
            <a:off x="10048088" y="2737937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40-CUs GPU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1F279A-2457-4F0C-AB82-5FEC25A3F8A5}"/>
              </a:ext>
            </a:extLst>
          </p:cNvPr>
          <p:cNvSpPr txBox="1"/>
          <p:nvPr/>
        </p:nvSpPr>
        <p:spPr>
          <a:xfrm>
            <a:off x="8975680" y="3220275"/>
            <a:ext cx="2553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“RDNA 3.5” GPU architecture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A12285-4B6A-443B-9B0E-91A89AC060B8}"/>
              </a:ext>
            </a:extLst>
          </p:cNvPr>
          <p:cNvSpPr txBox="1"/>
          <p:nvPr/>
        </p:nvSpPr>
        <p:spPr>
          <a:xfrm>
            <a:off x="9360400" y="3487169"/>
            <a:ext cx="2169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2x Texture Sampler Rate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EBF1C4-2CF3-4F03-B7A0-F0526AC79300}"/>
              </a:ext>
            </a:extLst>
          </p:cNvPr>
          <p:cNvSpPr txBox="1"/>
          <p:nvPr/>
        </p:nvSpPr>
        <p:spPr>
          <a:xfrm>
            <a:off x="8170971" y="3797829"/>
            <a:ext cx="3358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2x Interpolation and Comparison Rates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86EA78-68C6-48F4-9FB6-C65CD028ED1D}"/>
              </a:ext>
            </a:extLst>
          </p:cNvPr>
          <p:cNvSpPr txBox="1"/>
          <p:nvPr/>
        </p:nvSpPr>
        <p:spPr>
          <a:xfrm>
            <a:off x="8688742" y="4106895"/>
            <a:ext cx="2840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Improved Memory Management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5301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F7CC7D-D94F-404E-9DA2-6AC69029D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111" y="1055774"/>
            <a:ext cx="4249777" cy="35120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47C195-EC60-42D0-A6EE-0FAA42BAC274}"/>
              </a:ext>
            </a:extLst>
          </p:cNvPr>
          <p:cNvSpPr txBox="1"/>
          <p:nvPr/>
        </p:nvSpPr>
        <p:spPr>
          <a:xfrm>
            <a:off x="3971111" y="1055774"/>
            <a:ext cx="1983235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r>
              <a:rPr lang="en-GB" altLang="zh-TW" sz="1600" b="1" i="0" dirty="0">
                <a:gradFill flip="none" rotWithShape="1">
                  <a:gsLst>
                    <a:gs pos="0">
                      <a:srgbClr val="4D4D4D">
                        <a:shade val="30000"/>
                        <a:satMod val="115000"/>
                      </a:srgbClr>
                    </a:gs>
                    <a:gs pos="50000">
                      <a:srgbClr val="4D4D4D">
                        <a:shade val="67500"/>
                        <a:satMod val="115000"/>
                      </a:srgbClr>
                    </a:gs>
                    <a:gs pos="100000">
                      <a:srgbClr val="4D4D4D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Ryzen</a:t>
            </a:r>
            <a:r>
              <a:rPr lang="en-GB" altLang="zh-TW" sz="1600" b="1" dirty="0">
                <a:gradFill flip="none" rotWithShape="1">
                  <a:gsLst>
                    <a:gs pos="0">
                      <a:srgbClr val="4D4D4D">
                        <a:shade val="30000"/>
                        <a:satMod val="115000"/>
                      </a:srgbClr>
                    </a:gs>
                    <a:gs pos="50000">
                      <a:srgbClr val="4D4D4D">
                        <a:shade val="67500"/>
                        <a:satMod val="115000"/>
                      </a:srgbClr>
                    </a:gs>
                    <a:gs pos="100000">
                      <a:srgbClr val="4D4D4D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GB" altLang="zh-TW" sz="1600" b="1" i="0" dirty="0">
                <a:gradFill flip="none" rotWithShape="1">
                  <a:gsLst>
                    <a:gs pos="0">
                      <a:srgbClr val="4D4D4D">
                        <a:shade val="30000"/>
                        <a:satMod val="115000"/>
                      </a:srgbClr>
                    </a:gs>
                    <a:gs pos="50000">
                      <a:srgbClr val="4D4D4D">
                        <a:shade val="67500"/>
                        <a:satMod val="115000"/>
                      </a:srgbClr>
                    </a:gs>
                    <a:gs pos="100000">
                      <a:srgbClr val="4D4D4D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Al Max+ 395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C29D6B-9FDF-4B16-9F02-FBAEF8A55B12}"/>
              </a:ext>
            </a:extLst>
          </p:cNvPr>
          <p:cNvCxnSpPr>
            <a:cxnSpLocks/>
          </p:cNvCxnSpPr>
          <p:nvPr/>
        </p:nvCxnSpPr>
        <p:spPr>
          <a:xfrm>
            <a:off x="739140" y="2093114"/>
            <a:ext cx="305181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D01F39-D309-47BA-9308-5682DA8AD4B3}"/>
              </a:ext>
            </a:extLst>
          </p:cNvPr>
          <p:cNvSpPr txBox="1"/>
          <p:nvPr/>
        </p:nvSpPr>
        <p:spPr>
          <a:xfrm>
            <a:off x="638753" y="1751385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16-Core CPU (32 Threads)</a:t>
            </a:r>
            <a:endParaRPr lang="en-GB" altLang="zh-TW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55BC7-6883-48AA-8529-A09E91002370}"/>
              </a:ext>
            </a:extLst>
          </p:cNvPr>
          <p:cNvSpPr txBox="1"/>
          <p:nvPr/>
        </p:nvSpPr>
        <p:spPr>
          <a:xfrm>
            <a:off x="638753" y="2164135"/>
            <a:ext cx="2619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14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“Zen5” CPU microarchitecture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7A1F5-A558-497E-A0C6-4AE5CF49A740}"/>
              </a:ext>
            </a:extLst>
          </p:cNvPr>
          <p:cNvSpPr txBox="1"/>
          <p:nvPr/>
        </p:nvSpPr>
        <p:spPr>
          <a:xfrm>
            <a:off x="638753" y="2462446"/>
            <a:ext cx="2460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Improved branch prediction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18E6C-5DF9-4AF3-A8F8-1C8D971EA60A}"/>
              </a:ext>
            </a:extLst>
          </p:cNvPr>
          <p:cNvSpPr txBox="1"/>
          <p:nvPr/>
        </p:nvSpPr>
        <p:spPr>
          <a:xfrm>
            <a:off x="638751" y="2773106"/>
            <a:ext cx="23278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8-wide instruction decode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FF6E05-68C4-4E87-907E-0056C8349640}"/>
              </a:ext>
            </a:extLst>
          </p:cNvPr>
          <p:cNvSpPr txBox="1"/>
          <p:nvPr/>
        </p:nvSpPr>
        <p:spPr>
          <a:xfrm>
            <a:off x="638750" y="3082172"/>
            <a:ext cx="2199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40% larger reorder buffer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C532E-8E9C-410F-88D7-81E0506364AE}"/>
              </a:ext>
            </a:extLst>
          </p:cNvPr>
          <p:cNvSpPr txBox="1"/>
          <p:nvPr/>
        </p:nvSpPr>
        <p:spPr>
          <a:xfrm>
            <a:off x="638749" y="3389474"/>
            <a:ext cx="2514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Hierarchy cache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A02E3A-3CCD-409B-8C07-CC0CAFE98A32}"/>
              </a:ext>
            </a:extLst>
          </p:cNvPr>
          <p:cNvSpPr txBox="1"/>
          <p:nvPr/>
        </p:nvSpPr>
        <p:spPr>
          <a:xfrm>
            <a:off x="638752" y="3696776"/>
            <a:ext cx="2675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16 x 48 KB for L1D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D93E8F-A1E0-4E5E-B326-598AD574D799}"/>
              </a:ext>
            </a:extLst>
          </p:cNvPr>
          <p:cNvSpPr txBox="1"/>
          <p:nvPr/>
        </p:nvSpPr>
        <p:spPr>
          <a:xfrm>
            <a:off x="638750" y="4007436"/>
            <a:ext cx="2460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16 x 32 KB for L1I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337A8-9200-4933-8529-D5F7F38E604F}"/>
              </a:ext>
            </a:extLst>
          </p:cNvPr>
          <p:cNvSpPr txBox="1"/>
          <p:nvPr/>
        </p:nvSpPr>
        <p:spPr>
          <a:xfrm>
            <a:off x="638749" y="4316502"/>
            <a:ext cx="2780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16 x 1024 KB for L2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7FCEF3-4C74-4BE2-8CA7-732DC31BC0A4}"/>
              </a:ext>
            </a:extLst>
          </p:cNvPr>
          <p:cNvSpPr txBox="1"/>
          <p:nvPr/>
        </p:nvSpPr>
        <p:spPr>
          <a:xfrm>
            <a:off x="638749" y="4623804"/>
            <a:ext cx="2514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 x 32768 KB for L3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004B8B-8517-4DE6-ADAF-F59A8ED33732}"/>
              </a:ext>
            </a:extLst>
          </p:cNvPr>
          <p:cNvCxnSpPr>
            <a:cxnSpLocks/>
          </p:cNvCxnSpPr>
          <p:nvPr/>
        </p:nvCxnSpPr>
        <p:spPr>
          <a:xfrm>
            <a:off x="8382318" y="2550314"/>
            <a:ext cx="305181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9206249-2EDD-49D0-8C45-9A6963C4A4BB}"/>
              </a:ext>
            </a:extLst>
          </p:cNvPr>
          <p:cNvSpPr txBox="1"/>
          <p:nvPr/>
        </p:nvSpPr>
        <p:spPr>
          <a:xfrm>
            <a:off x="10048088" y="2120717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40-CUs GPU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1F279A-2457-4F0C-AB82-5FEC25A3F8A5}"/>
              </a:ext>
            </a:extLst>
          </p:cNvPr>
          <p:cNvSpPr txBox="1"/>
          <p:nvPr/>
        </p:nvSpPr>
        <p:spPr>
          <a:xfrm>
            <a:off x="8975680" y="2603055"/>
            <a:ext cx="2553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“RDNA 3.5” GPU architecture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A12285-4B6A-443B-9B0E-91A89AC060B8}"/>
              </a:ext>
            </a:extLst>
          </p:cNvPr>
          <p:cNvSpPr txBox="1"/>
          <p:nvPr/>
        </p:nvSpPr>
        <p:spPr>
          <a:xfrm>
            <a:off x="9360400" y="2869949"/>
            <a:ext cx="2169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2x Texture Sampler Rate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EBF1C4-2CF3-4F03-B7A0-F0526AC79300}"/>
              </a:ext>
            </a:extLst>
          </p:cNvPr>
          <p:cNvSpPr txBox="1"/>
          <p:nvPr/>
        </p:nvSpPr>
        <p:spPr>
          <a:xfrm>
            <a:off x="8170971" y="3180609"/>
            <a:ext cx="3358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2x Interpolation and Comparison Rates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86EA78-68C6-48F4-9FB6-C65CD028ED1D}"/>
              </a:ext>
            </a:extLst>
          </p:cNvPr>
          <p:cNvSpPr txBox="1"/>
          <p:nvPr/>
        </p:nvSpPr>
        <p:spPr>
          <a:xfrm>
            <a:off x="8688742" y="3489675"/>
            <a:ext cx="2840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Improved Memory Management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54D5F68-F1E0-4F6B-8CEB-3139C00031DF}"/>
              </a:ext>
            </a:extLst>
          </p:cNvPr>
          <p:cNvCxnSpPr>
            <a:cxnSpLocks/>
          </p:cNvCxnSpPr>
          <p:nvPr/>
        </p:nvCxnSpPr>
        <p:spPr>
          <a:xfrm>
            <a:off x="8566031" y="4694709"/>
            <a:ext cx="305181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1D7D95-8229-487B-9F3A-CDC976575237}"/>
              </a:ext>
            </a:extLst>
          </p:cNvPr>
          <p:cNvCxnSpPr>
            <a:cxnSpLocks/>
          </p:cNvCxnSpPr>
          <p:nvPr/>
        </p:nvCxnSpPr>
        <p:spPr>
          <a:xfrm>
            <a:off x="8566031" y="4161324"/>
            <a:ext cx="0" cy="533385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4A1C79-88DA-4AB8-BE64-8EFB5987AE50}"/>
              </a:ext>
            </a:extLst>
          </p:cNvPr>
          <p:cNvCxnSpPr>
            <a:cxnSpLocks/>
          </p:cNvCxnSpPr>
          <p:nvPr/>
        </p:nvCxnSpPr>
        <p:spPr>
          <a:xfrm>
            <a:off x="8410575" y="4161324"/>
            <a:ext cx="155456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9692D25-95D0-407E-8FC8-564D299FDEBA}"/>
              </a:ext>
            </a:extLst>
          </p:cNvPr>
          <p:cNvSpPr txBox="1"/>
          <p:nvPr/>
        </p:nvSpPr>
        <p:spPr>
          <a:xfrm>
            <a:off x="9863835" y="4273926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Next-Gen NPU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A8C21F-8042-4313-9760-F0EFC58ED358}"/>
              </a:ext>
            </a:extLst>
          </p:cNvPr>
          <p:cNvSpPr txBox="1"/>
          <p:nvPr/>
        </p:nvSpPr>
        <p:spPr>
          <a:xfrm>
            <a:off x="9208207" y="4746161"/>
            <a:ext cx="2409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“XDNA 2” NPU architecture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AB5569-33A0-424C-BD7B-4DF940A94A72}"/>
              </a:ext>
            </a:extLst>
          </p:cNvPr>
          <p:cNvSpPr txBox="1"/>
          <p:nvPr/>
        </p:nvSpPr>
        <p:spPr>
          <a:xfrm>
            <a:off x="9756433" y="5017294"/>
            <a:ext cx="1861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5x compute capacity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98495C-BD70-4F80-94D4-F92E181062F4}"/>
              </a:ext>
            </a:extLst>
          </p:cNvPr>
          <p:cNvSpPr txBox="1"/>
          <p:nvPr/>
        </p:nvSpPr>
        <p:spPr>
          <a:xfrm>
            <a:off x="9855819" y="5327954"/>
            <a:ext cx="1762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2x power efficiency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C6364C-9EA7-4C13-9A16-36F7575EA6C2}"/>
              </a:ext>
            </a:extLst>
          </p:cNvPr>
          <p:cNvSpPr txBox="1"/>
          <p:nvPr/>
        </p:nvSpPr>
        <p:spPr>
          <a:xfrm>
            <a:off x="9168131" y="5637020"/>
            <a:ext cx="2449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zh-TW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50 TOPS (Overall 126 TOPS)</a:t>
            </a:r>
            <a:endParaRPr lang="en-GB" altLang="zh-TW" sz="1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280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94639DA-E33A-47C0-888D-C1F3A6308374}"/>
              </a:ext>
            </a:extLst>
          </p:cNvPr>
          <p:cNvSpPr txBox="1"/>
          <p:nvPr/>
        </p:nvSpPr>
        <p:spPr>
          <a:xfrm>
            <a:off x="946015" y="2472491"/>
            <a:ext cx="12192000" cy="53860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4400" b="1" dirty="0">
                <a:ln w="3175">
                  <a:solidFill>
                    <a:srgbClr val="4D4D4D"/>
                  </a:solidFill>
                </a:ln>
                <a:noFill/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ZEN5</a:t>
            </a:r>
            <a:endParaRPr lang="en-GB" altLang="zh-TW" sz="34400" b="1" i="0" dirty="0">
              <a:ln w="3175">
                <a:solidFill>
                  <a:srgbClr val="4D4D4D"/>
                </a:solidFill>
              </a:ln>
              <a:noFill/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F0207-B444-4304-9666-A12A1F324F4F}"/>
              </a:ext>
            </a:extLst>
          </p:cNvPr>
          <p:cNvSpPr txBox="1"/>
          <p:nvPr/>
        </p:nvSpPr>
        <p:spPr>
          <a:xfrm>
            <a:off x="4498447" y="3075057"/>
            <a:ext cx="31951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4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About ‘Zen5’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45B254-86F4-4A0F-91D4-1D8AE4F4E5FC}"/>
              </a:ext>
            </a:extLst>
          </p:cNvPr>
          <p:cNvCxnSpPr>
            <a:cxnSpLocks/>
          </p:cNvCxnSpPr>
          <p:nvPr/>
        </p:nvCxnSpPr>
        <p:spPr>
          <a:xfrm>
            <a:off x="5476875" y="3708519"/>
            <a:ext cx="2075974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C05AFD-7532-403B-B513-88071C2FF763}"/>
              </a:ext>
            </a:extLst>
          </p:cNvPr>
          <p:cNvCxnSpPr>
            <a:cxnSpLocks/>
          </p:cNvCxnSpPr>
          <p:nvPr/>
        </p:nvCxnSpPr>
        <p:spPr>
          <a:xfrm>
            <a:off x="7115175" y="3841869"/>
            <a:ext cx="437674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90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247AFE-CC9C-4EDA-94FA-49936E4503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3"/>
          <a:stretch/>
        </p:blipFill>
        <p:spPr>
          <a:xfrm>
            <a:off x="0" y="671512"/>
            <a:ext cx="5335491" cy="5381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64F673-60F2-49BB-B600-E5BEE258EB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9" t="18433" r="4396" b="7535"/>
          <a:stretch/>
        </p:blipFill>
        <p:spPr>
          <a:xfrm>
            <a:off x="5440266" y="776287"/>
            <a:ext cx="6570759" cy="469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6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C0BB1-59B9-4DF5-B890-2427E43E6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" y="662940"/>
            <a:ext cx="9523307" cy="535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1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7395E9-AC0B-4100-BACE-A60A31775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434975"/>
            <a:ext cx="10687050" cy="598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42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96789F-5EE3-48C2-818F-7BB6A6F60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328"/>
            <a:ext cx="12192000" cy="632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91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7D5666-B79C-4330-BDD9-DDA051180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988"/>
            <a:ext cx="12192000" cy="638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07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94639DA-E33A-47C0-888D-C1F3A6308374}"/>
              </a:ext>
            </a:extLst>
          </p:cNvPr>
          <p:cNvSpPr txBox="1"/>
          <p:nvPr/>
        </p:nvSpPr>
        <p:spPr>
          <a:xfrm>
            <a:off x="512536" y="1969571"/>
            <a:ext cx="13138015" cy="450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700" b="1" dirty="0">
                <a:ln w="3175">
                  <a:solidFill>
                    <a:srgbClr val="4D4D4D"/>
                  </a:solidFill>
                </a:ln>
                <a:noFill/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RDNA</a:t>
            </a:r>
            <a:endParaRPr lang="en-GB" altLang="zh-TW" sz="34400" b="1" i="0" dirty="0">
              <a:ln w="3175">
                <a:solidFill>
                  <a:srgbClr val="4D4D4D"/>
                </a:solidFill>
              </a:ln>
              <a:noFill/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F0207-B444-4304-9666-A12A1F324F4F}"/>
              </a:ext>
            </a:extLst>
          </p:cNvPr>
          <p:cNvSpPr txBox="1"/>
          <p:nvPr/>
        </p:nvSpPr>
        <p:spPr>
          <a:xfrm>
            <a:off x="4873550" y="3075057"/>
            <a:ext cx="24449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TW" sz="4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RDNA 3.5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45B254-86F4-4A0F-91D4-1D8AE4F4E5FC}"/>
              </a:ext>
            </a:extLst>
          </p:cNvPr>
          <p:cNvCxnSpPr>
            <a:cxnSpLocks/>
          </p:cNvCxnSpPr>
          <p:nvPr/>
        </p:nvCxnSpPr>
        <p:spPr>
          <a:xfrm>
            <a:off x="5539740" y="3685659"/>
            <a:ext cx="1671344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C05AFD-7532-403B-B513-88071C2FF763}"/>
              </a:ext>
            </a:extLst>
          </p:cNvPr>
          <p:cNvCxnSpPr>
            <a:cxnSpLocks/>
          </p:cNvCxnSpPr>
          <p:nvPr/>
        </p:nvCxnSpPr>
        <p:spPr>
          <a:xfrm>
            <a:off x="6234295" y="3782943"/>
            <a:ext cx="976789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0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E69ACF-4BC4-4134-939A-C0618DBD2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694" y="557022"/>
            <a:ext cx="10284612" cy="574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0ACDA1-A345-4CDD-A225-2482E592A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571500"/>
            <a:ext cx="1015999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34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30EA5-D084-425C-813F-6875E65B7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3" y="558165"/>
            <a:ext cx="10207413" cy="574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30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94639DA-E33A-47C0-888D-C1F3A6308374}"/>
              </a:ext>
            </a:extLst>
          </p:cNvPr>
          <p:cNvSpPr txBox="1"/>
          <p:nvPr/>
        </p:nvSpPr>
        <p:spPr>
          <a:xfrm>
            <a:off x="512536" y="1969571"/>
            <a:ext cx="13138015" cy="450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700" b="1" dirty="0">
                <a:ln w="3175">
                  <a:solidFill>
                    <a:srgbClr val="4D4D4D"/>
                  </a:solidFill>
                </a:ln>
                <a:noFill/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XDNA</a:t>
            </a:r>
            <a:endParaRPr lang="en-GB" altLang="zh-TW" sz="34400" b="1" i="0" dirty="0">
              <a:ln w="3175">
                <a:solidFill>
                  <a:srgbClr val="4D4D4D"/>
                </a:solidFill>
              </a:ln>
              <a:noFill/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F0207-B444-4304-9666-A12A1F324F4F}"/>
              </a:ext>
            </a:extLst>
          </p:cNvPr>
          <p:cNvSpPr txBox="1"/>
          <p:nvPr/>
        </p:nvSpPr>
        <p:spPr>
          <a:xfrm>
            <a:off x="5078734" y="3075057"/>
            <a:ext cx="20345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TW" sz="4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XDNA 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45B254-86F4-4A0F-91D4-1D8AE4F4E5FC}"/>
              </a:ext>
            </a:extLst>
          </p:cNvPr>
          <p:cNvCxnSpPr>
            <a:cxnSpLocks/>
          </p:cNvCxnSpPr>
          <p:nvPr/>
        </p:nvCxnSpPr>
        <p:spPr>
          <a:xfrm>
            <a:off x="5539740" y="3685659"/>
            <a:ext cx="147066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C05AFD-7532-403B-B513-88071C2FF763}"/>
              </a:ext>
            </a:extLst>
          </p:cNvPr>
          <p:cNvCxnSpPr>
            <a:cxnSpLocks/>
          </p:cNvCxnSpPr>
          <p:nvPr/>
        </p:nvCxnSpPr>
        <p:spPr>
          <a:xfrm>
            <a:off x="6234295" y="3782943"/>
            <a:ext cx="776105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35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77CA96-E305-457F-95A8-22B4B50158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987" y="800993"/>
            <a:ext cx="9344025" cy="525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14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524868-D7A8-4722-9B8A-70A0D848C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655" y="953244"/>
            <a:ext cx="8802689" cy="49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85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636638-7801-4879-A910-55F7E8122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885825"/>
            <a:ext cx="90424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75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7AD19B-109F-402E-9165-4AD461A18B5B}"/>
              </a:ext>
            </a:extLst>
          </p:cNvPr>
          <p:cNvSpPr txBox="1"/>
          <p:nvPr/>
        </p:nvSpPr>
        <p:spPr>
          <a:xfrm>
            <a:off x="0" y="1454150"/>
            <a:ext cx="12192000" cy="36317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500" b="1" dirty="0">
                <a:ln w="3175">
                  <a:solidFill>
                    <a:srgbClr val="4D4D4D"/>
                  </a:solidFill>
                </a:ln>
                <a:noFill/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Unified Memory Architecture</a:t>
            </a:r>
            <a:endParaRPr lang="en-GB" altLang="zh-TW" sz="11500" b="1" i="0" dirty="0">
              <a:ln w="3175">
                <a:solidFill>
                  <a:srgbClr val="4D4D4D"/>
                </a:solidFill>
              </a:ln>
              <a:noFill/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51A51-B4BA-4D7A-BB30-CC47C29451F0}"/>
              </a:ext>
            </a:extLst>
          </p:cNvPr>
          <p:cNvSpPr txBox="1"/>
          <p:nvPr/>
        </p:nvSpPr>
        <p:spPr>
          <a:xfrm>
            <a:off x="4464784" y="3075057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统一内存架构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221B7C-52D1-4BF4-B9D3-9B20CF7272DB}"/>
              </a:ext>
            </a:extLst>
          </p:cNvPr>
          <p:cNvCxnSpPr>
            <a:cxnSpLocks/>
          </p:cNvCxnSpPr>
          <p:nvPr/>
        </p:nvCxnSpPr>
        <p:spPr>
          <a:xfrm>
            <a:off x="6151563" y="3714869"/>
            <a:ext cx="1375886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DC9F79-E9EF-4E14-B1ED-31F321059B63}"/>
              </a:ext>
            </a:extLst>
          </p:cNvPr>
          <p:cNvCxnSpPr>
            <a:cxnSpLocks/>
          </p:cNvCxnSpPr>
          <p:nvPr/>
        </p:nvCxnSpPr>
        <p:spPr>
          <a:xfrm>
            <a:off x="7089775" y="3789412"/>
            <a:ext cx="437674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3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3">
            <a:extLst>
              <a:ext uri="{FF2B5EF4-FFF2-40B4-BE49-F238E27FC236}">
                <a16:creationId xmlns:a16="http://schemas.microsoft.com/office/drawing/2014/main" id="{F6087BA6-096E-46A7-8311-0164F05431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420" y="2256046"/>
            <a:ext cx="3969235" cy="234590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D92B60C-B404-4E90-88AA-7D27D186B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5" t="6807" r="4275" b="6329"/>
          <a:stretch>
            <a:fillRect/>
          </a:stretch>
        </p:blipFill>
        <p:spPr bwMode="auto">
          <a:xfrm>
            <a:off x="2931320" y="2166445"/>
            <a:ext cx="2451351" cy="25251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61325C-9873-489A-8939-2F9227FC4565}"/>
              </a:ext>
            </a:extLst>
          </p:cNvPr>
          <p:cNvSpPr txBox="1"/>
          <p:nvPr/>
        </p:nvSpPr>
        <p:spPr>
          <a:xfrm>
            <a:off x="626209" y="608082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介绍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765800-F5C7-4291-A713-82D84D5F615B}"/>
              </a:ext>
            </a:extLst>
          </p:cNvPr>
          <p:cNvCxnSpPr>
            <a:cxnSpLocks/>
          </p:cNvCxnSpPr>
          <p:nvPr/>
        </p:nvCxnSpPr>
        <p:spPr>
          <a:xfrm>
            <a:off x="1105044" y="1315968"/>
            <a:ext cx="605294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FA453A-FE4A-4DA1-9717-C12557D27CCB}"/>
              </a:ext>
            </a:extLst>
          </p:cNvPr>
          <p:cNvCxnSpPr>
            <a:cxnSpLocks/>
          </p:cNvCxnSpPr>
          <p:nvPr/>
        </p:nvCxnSpPr>
        <p:spPr>
          <a:xfrm>
            <a:off x="1488029" y="1371461"/>
            <a:ext cx="222309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932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>
            <a:extLst>
              <a:ext uri="{FF2B5EF4-FFF2-40B4-BE49-F238E27FC236}">
                <a16:creationId xmlns:a16="http://schemas.microsoft.com/office/drawing/2014/main" id="{07E6272B-3842-4C1B-9269-9A4FDBD62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223" y="2361783"/>
            <a:ext cx="3682439" cy="2200275"/>
          </a:xfrm>
          <a:prstGeom prst="rect">
            <a:avLst/>
          </a:prstGeom>
        </p:spPr>
      </p:pic>
      <p:pic>
        <p:nvPicPr>
          <p:cNvPr id="5" name="图片 11">
            <a:extLst>
              <a:ext uri="{FF2B5EF4-FFF2-40B4-BE49-F238E27FC236}">
                <a16:creationId xmlns:a16="http://schemas.microsoft.com/office/drawing/2014/main" id="{DF6CF359-1573-4BD5-A90C-4327AF1BB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338" y="2295942"/>
            <a:ext cx="3682439" cy="2266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FD76D8-96C2-4F3A-886C-B5EC93C09603}"/>
              </a:ext>
            </a:extLst>
          </p:cNvPr>
          <p:cNvSpPr txBox="1"/>
          <p:nvPr/>
        </p:nvSpPr>
        <p:spPr>
          <a:xfrm>
            <a:off x="626209" y="608082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隔壁棚的设计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F6DAF3-CC68-4303-B333-86E9292A170B}"/>
              </a:ext>
            </a:extLst>
          </p:cNvPr>
          <p:cNvCxnSpPr>
            <a:cxnSpLocks/>
          </p:cNvCxnSpPr>
          <p:nvPr/>
        </p:nvCxnSpPr>
        <p:spPr>
          <a:xfrm>
            <a:off x="3143394" y="1315968"/>
            <a:ext cx="605294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25F971-CC5C-4F80-A72B-6838D50D4B74}"/>
              </a:ext>
            </a:extLst>
          </p:cNvPr>
          <p:cNvCxnSpPr>
            <a:cxnSpLocks/>
          </p:cNvCxnSpPr>
          <p:nvPr/>
        </p:nvCxnSpPr>
        <p:spPr>
          <a:xfrm>
            <a:off x="3526379" y="1371461"/>
            <a:ext cx="222309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77D02F-2548-4B9A-812A-A7166646F7D4}"/>
              </a:ext>
            </a:extLst>
          </p:cNvPr>
          <p:cNvSpPr/>
          <p:nvPr/>
        </p:nvSpPr>
        <p:spPr>
          <a:xfrm>
            <a:off x="4366254" y="5003499"/>
            <a:ext cx="3459487" cy="569150"/>
          </a:xfrm>
          <a:prstGeom prst="roundRect">
            <a:avLst/>
          </a:prstGeom>
          <a:gradFill>
            <a:gsLst>
              <a:gs pos="0">
                <a:schemeClr val="bg1"/>
              </a:gs>
              <a:gs pos="77000">
                <a:srgbClr val="E5E9EF">
                  <a:alpha val="10000"/>
                </a:srgbClr>
              </a:gs>
              <a:gs pos="22000">
                <a:srgbClr val="F4F6F8">
                  <a:alpha val="10000"/>
                </a:srgb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GPU</a:t>
            </a:r>
            <a:r>
              <a:rPr lang="zh-CN" altLang="en-US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可以直接访问内存</a:t>
            </a:r>
            <a:endParaRPr lang="zh-TW" alt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837E54-FA9D-43D9-8FD9-8F4AA8274D8A}"/>
              </a:ext>
            </a:extLst>
          </p:cNvPr>
          <p:cNvSpPr/>
          <p:nvPr/>
        </p:nvSpPr>
        <p:spPr>
          <a:xfrm>
            <a:off x="4291845" y="5786890"/>
            <a:ext cx="3608303" cy="569150"/>
          </a:xfrm>
          <a:prstGeom prst="roundRect">
            <a:avLst/>
          </a:prstGeom>
          <a:gradFill>
            <a:gsLst>
              <a:gs pos="0">
                <a:schemeClr val="bg1"/>
              </a:gs>
              <a:gs pos="77000">
                <a:srgbClr val="E5E9EF">
                  <a:alpha val="10000"/>
                </a:srgbClr>
              </a:gs>
              <a:gs pos="22000">
                <a:srgbClr val="F4F6F8">
                  <a:alpha val="10000"/>
                </a:srgb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内存＝显存，显存 </a:t>
            </a:r>
            <a:r>
              <a:rPr lang="en-US" altLang="zh-CN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= </a:t>
            </a:r>
            <a:r>
              <a:rPr lang="zh-CN" altLang="en-US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内存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167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F0DE90-E2E2-417D-95FB-7F5B24BD7277}"/>
              </a:ext>
            </a:extLst>
          </p:cNvPr>
          <p:cNvSpPr/>
          <p:nvPr/>
        </p:nvSpPr>
        <p:spPr>
          <a:xfrm>
            <a:off x="322800" y="1381136"/>
            <a:ext cx="11526299" cy="35579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51A51-B4BA-4D7A-BB30-CC47C29451F0}"/>
              </a:ext>
            </a:extLst>
          </p:cNvPr>
          <p:cNvSpPr txBox="1"/>
          <p:nvPr/>
        </p:nvSpPr>
        <p:spPr>
          <a:xfrm>
            <a:off x="322801" y="258437"/>
            <a:ext cx="5453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LLM </a:t>
            </a:r>
            <a:r>
              <a:rPr lang="zh-CN" altLang="en-US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本地推理模拟跑分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51C5D-9E5B-4A89-8877-405FE7F1E5A5}"/>
              </a:ext>
            </a:extLst>
          </p:cNvPr>
          <p:cNvCxnSpPr>
            <a:cxnSpLocks/>
          </p:cNvCxnSpPr>
          <p:nvPr/>
        </p:nvCxnSpPr>
        <p:spPr>
          <a:xfrm>
            <a:off x="4138045" y="986048"/>
            <a:ext cx="1388843" cy="1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E4674A-02BB-45A5-A9F0-404A4C510D2B}"/>
              </a:ext>
            </a:extLst>
          </p:cNvPr>
          <p:cNvCxnSpPr>
            <a:cxnSpLocks/>
          </p:cNvCxnSpPr>
          <p:nvPr/>
        </p:nvCxnSpPr>
        <p:spPr>
          <a:xfrm>
            <a:off x="4839200" y="1051996"/>
            <a:ext cx="685481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6166A1-1BD0-4E0B-A8F0-4866AAE91177}"/>
              </a:ext>
            </a:extLst>
          </p:cNvPr>
          <p:cNvSpPr txBox="1"/>
          <p:nvPr/>
        </p:nvSpPr>
        <p:spPr>
          <a:xfrm>
            <a:off x="1056037" y="195969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Radeon 8060s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D08DE-A1A7-4B32-9787-20BFF25C3A67}"/>
              </a:ext>
            </a:extLst>
          </p:cNvPr>
          <p:cNvSpPr/>
          <p:nvPr/>
        </p:nvSpPr>
        <p:spPr>
          <a:xfrm>
            <a:off x="2849783" y="1794153"/>
            <a:ext cx="8579834" cy="2890621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F9E96-B9D4-4803-B5F0-CD92EB49B902}"/>
              </a:ext>
            </a:extLst>
          </p:cNvPr>
          <p:cNvSpPr txBox="1"/>
          <p:nvPr/>
        </p:nvSpPr>
        <p:spPr>
          <a:xfrm>
            <a:off x="2186954" y="204131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96GB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E9F0EC2-2328-4E8D-BE35-6166A5D01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53" y="1963229"/>
            <a:ext cx="392623" cy="331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488BD8D-54FA-4314-8F5E-A275995BC469}"/>
              </a:ext>
            </a:extLst>
          </p:cNvPr>
          <p:cNvSpPr txBox="1"/>
          <p:nvPr/>
        </p:nvSpPr>
        <p:spPr>
          <a:xfrm>
            <a:off x="1063274" y="309232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RTX 5090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943E66-356B-4F03-BBAC-99608EC00BD2}"/>
              </a:ext>
            </a:extLst>
          </p:cNvPr>
          <p:cNvSpPr txBox="1"/>
          <p:nvPr/>
        </p:nvSpPr>
        <p:spPr>
          <a:xfrm>
            <a:off x="2194191" y="317394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32GB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4E41FA-E469-4DD6-A96D-135ABCD1F9B1}"/>
              </a:ext>
            </a:extLst>
          </p:cNvPr>
          <p:cNvSpPr txBox="1"/>
          <p:nvPr/>
        </p:nvSpPr>
        <p:spPr>
          <a:xfrm>
            <a:off x="1063274" y="3680747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RTX PRO 6000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476BB-E259-41FA-A251-D85717ADB947}"/>
              </a:ext>
            </a:extLst>
          </p:cNvPr>
          <p:cNvSpPr txBox="1"/>
          <p:nvPr/>
        </p:nvSpPr>
        <p:spPr>
          <a:xfrm>
            <a:off x="2194191" y="3762374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96GB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BD889B-7AF6-4BD3-A958-988F737FCE90}"/>
              </a:ext>
            </a:extLst>
          </p:cNvPr>
          <p:cNvSpPr txBox="1"/>
          <p:nvPr/>
        </p:nvSpPr>
        <p:spPr>
          <a:xfrm>
            <a:off x="1056037" y="250577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Pro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23A588-FE7B-4154-AAB5-05FEBE051310}"/>
              </a:ext>
            </a:extLst>
          </p:cNvPr>
          <p:cNvSpPr txBox="1"/>
          <p:nvPr/>
        </p:nvSpPr>
        <p:spPr>
          <a:xfrm>
            <a:off x="2186954" y="258604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96GB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5280C5-3946-4371-ABF3-42E1565C577A}"/>
              </a:ext>
            </a:extLst>
          </p:cNvPr>
          <p:cNvSpPr txBox="1"/>
          <p:nvPr/>
        </p:nvSpPr>
        <p:spPr>
          <a:xfrm>
            <a:off x="1076240" y="3312425"/>
            <a:ext cx="7253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High-End PC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CE2C81-4C92-4519-A995-1E4801DFFB4F}"/>
              </a:ext>
            </a:extLst>
          </p:cNvPr>
          <p:cNvSpPr txBox="1"/>
          <p:nvPr/>
        </p:nvSpPr>
        <p:spPr>
          <a:xfrm>
            <a:off x="1076240" y="3898017"/>
            <a:ext cx="6239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Workstations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834ABE-DFA5-40BA-97F1-476CCF20B6C2}"/>
              </a:ext>
            </a:extLst>
          </p:cNvPr>
          <p:cNvSpPr txBox="1"/>
          <p:nvPr/>
        </p:nvSpPr>
        <p:spPr>
          <a:xfrm>
            <a:off x="1062364" y="2723494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Mac Mini x4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D0ACA4-A7B8-4E2B-AAAE-DD80A02068B6}"/>
              </a:ext>
            </a:extLst>
          </p:cNvPr>
          <p:cNvSpPr txBox="1"/>
          <p:nvPr/>
        </p:nvSpPr>
        <p:spPr>
          <a:xfrm>
            <a:off x="1063274" y="2161700"/>
            <a:ext cx="9814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XXX </a:t>
            </a:r>
            <a:r>
              <a:rPr lang="zh-CN" altLang="en-US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品牌</a:t>
            </a:r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 laptop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92F12C-5C65-4995-823D-FEBC963E93F1}"/>
              </a:ext>
            </a:extLst>
          </p:cNvPr>
          <p:cNvSpPr txBox="1"/>
          <p:nvPr/>
        </p:nvSpPr>
        <p:spPr>
          <a:xfrm>
            <a:off x="9957870" y="1531146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Token/s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越高越厉害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026C85-9D4A-4EDF-ADC0-812502B65EC9}"/>
              </a:ext>
            </a:extLst>
          </p:cNvPr>
          <p:cNvSpPr/>
          <p:nvPr/>
        </p:nvSpPr>
        <p:spPr>
          <a:xfrm>
            <a:off x="2852264" y="2042653"/>
            <a:ext cx="253032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A48DE01-B20B-491C-8F44-A8E0C38902E2}"/>
              </a:ext>
            </a:extLst>
          </p:cNvPr>
          <p:cNvSpPr/>
          <p:nvPr/>
        </p:nvSpPr>
        <p:spPr>
          <a:xfrm>
            <a:off x="2851801" y="2597717"/>
            <a:ext cx="253300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D878FC2-9AD4-438E-84B6-A8B939E6321A}"/>
              </a:ext>
            </a:extLst>
          </p:cNvPr>
          <p:cNvSpPr/>
          <p:nvPr/>
        </p:nvSpPr>
        <p:spPr>
          <a:xfrm>
            <a:off x="2849783" y="3193781"/>
            <a:ext cx="7407525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01E6B7D-D63E-4562-B237-C7E575458B7B}"/>
              </a:ext>
            </a:extLst>
          </p:cNvPr>
          <p:cNvSpPr/>
          <p:nvPr/>
        </p:nvSpPr>
        <p:spPr>
          <a:xfrm>
            <a:off x="2849783" y="3763339"/>
            <a:ext cx="7570567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68576F-E143-46F7-B923-38FC9CFE4B9A}"/>
              </a:ext>
            </a:extLst>
          </p:cNvPr>
          <p:cNvSpPr txBox="1"/>
          <p:nvPr/>
        </p:nvSpPr>
        <p:spPr>
          <a:xfrm>
            <a:off x="10443318" y="378342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200 Token/s</a:t>
            </a:r>
            <a:endParaRPr lang="en-GB" altLang="zh-TW" sz="700" b="1" dirty="0">
              <a:solidFill>
                <a:schemeClr val="bg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B89264-48CC-469F-B9E7-EFD3DA2917DD}"/>
              </a:ext>
            </a:extLst>
          </p:cNvPr>
          <p:cNvSpPr txBox="1"/>
          <p:nvPr/>
        </p:nvSpPr>
        <p:spPr>
          <a:xfrm>
            <a:off x="10257308" y="3226411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190 Token/s</a:t>
            </a:r>
            <a:endParaRPr lang="en-GB" altLang="zh-TW" sz="700" b="1" dirty="0">
              <a:solidFill>
                <a:schemeClr val="bg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21C079-6158-4311-8BC6-0A054071E7B9}"/>
              </a:ext>
            </a:extLst>
          </p:cNvPr>
          <p:cNvSpPr txBox="1"/>
          <p:nvPr/>
        </p:nvSpPr>
        <p:spPr>
          <a:xfrm>
            <a:off x="5419467" y="2060141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>
                    <a:lumMod val="9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60 Token/s</a:t>
            </a:r>
            <a:endParaRPr lang="en-GB" altLang="zh-TW" sz="700" b="1" dirty="0">
              <a:solidFill>
                <a:schemeClr val="bg1">
                  <a:lumMod val="9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7F25305-54F0-4504-8AFD-D0E65ED4EE61}"/>
              </a:ext>
            </a:extLst>
          </p:cNvPr>
          <p:cNvSpPr txBox="1"/>
          <p:nvPr/>
        </p:nvSpPr>
        <p:spPr>
          <a:xfrm>
            <a:off x="2730045" y="1512535"/>
            <a:ext cx="500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并非实际数据，仅作为示例展示！并非实际数据，仅作为示例展示！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l"/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472E7A-A6DC-4A2C-9876-A74AAC116B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368" y="159534"/>
            <a:ext cx="2850163" cy="8529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1D6CE1DA-2670-4B49-B26A-FECDFA3423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2" y="3165119"/>
            <a:ext cx="392623" cy="2208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280A6284-CED5-48BC-8290-FED8B81283D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35" t="25345" r="35716" b="24390"/>
          <a:stretch/>
        </p:blipFill>
        <p:spPr>
          <a:xfrm>
            <a:off x="629318" y="2565695"/>
            <a:ext cx="271463" cy="2744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F5CB40-2EBC-47F7-A28C-DFE3BBAD3BE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6" t="35691" r="33313" b="33340"/>
          <a:stretch/>
        </p:blipFill>
        <p:spPr>
          <a:xfrm>
            <a:off x="558076" y="3769345"/>
            <a:ext cx="442430" cy="228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7756A43A-942C-4CB3-9BE3-C083EDFBBC62}"/>
              </a:ext>
            </a:extLst>
          </p:cNvPr>
          <p:cNvSpPr txBox="1"/>
          <p:nvPr/>
        </p:nvSpPr>
        <p:spPr>
          <a:xfrm>
            <a:off x="5881388" y="622780"/>
            <a:ext cx="4375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本地小模型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91271A-F084-45C0-80A1-4999A6E161D7}"/>
              </a:ext>
            </a:extLst>
          </p:cNvPr>
          <p:cNvSpPr txBox="1"/>
          <p:nvPr/>
        </p:nvSpPr>
        <p:spPr>
          <a:xfrm>
            <a:off x="1075271" y="4227746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RTX 5060 </a:t>
            </a:r>
            <a:r>
              <a:rPr lang="en-US" altLang="zh-TW" sz="1600" b="1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Ti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C999D5-625A-46FF-BA05-3DF04BC8584F}"/>
              </a:ext>
            </a:extLst>
          </p:cNvPr>
          <p:cNvSpPr txBox="1"/>
          <p:nvPr/>
        </p:nvSpPr>
        <p:spPr>
          <a:xfrm>
            <a:off x="2206188" y="430937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16GB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61BC0BC-D413-4442-B74A-25E8342EDB80}"/>
              </a:ext>
            </a:extLst>
          </p:cNvPr>
          <p:cNvSpPr txBox="1"/>
          <p:nvPr/>
        </p:nvSpPr>
        <p:spPr>
          <a:xfrm>
            <a:off x="1088237" y="4445016"/>
            <a:ext cx="6239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Mid-End PC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F1733BAC-1E2D-4155-BEDD-21A4C53358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2" y="4334591"/>
            <a:ext cx="392623" cy="2208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408A8256-11FF-40D6-858B-9B7DD943364E}"/>
              </a:ext>
            </a:extLst>
          </p:cNvPr>
          <p:cNvSpPr txBox="1"/>
          <p:nvPr/>
        </p:nvSpPr>
        <p:spPr>
          <a:xfrm>
            <a:off x="2849783" y="474880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D57AD37-0C4C-4DF1-BF0B-C4576552F760}"/>
              </a:ext>
            </a:extLst>
          </p:cNvPr>
          <p:cNvSpPr txBox="1"/>
          <p:nvPr/>
        </p:nvSpPr>
        <p:spPr>
          <a:xfrm>
            <a:off x="4303266" y="475097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40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5E94981-2FEC-42FF-8F61-E398ED62408F}"/>
              </a:ext>
            </a:extLst>
          </p:cNvPr>
          <p:cNvSpPr txBox="1"/>
          <p:nvPr/>
        </p:nvSpPr>
        <p:spPr>
          <a:xfrm>
            <a:off x="5739292" y="476318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80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40EED55-0375-4674-AA09-8EB9F2E89196}"/>
              </a:ext>
            </a:extLst>
          </p:cNvPr>
          <p:cNvSpPr txBox="1"/>
          <p:nvPr/>
        </p:nvSpPr>
        <p:spPr>
          <a:xfrm>
            <a:off x="7175318" y="4770077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120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4E4CB38-62AA-4EF0-8F8F-1B06518FAF63}"/>
              </a:ext>
            </a:extLst>
          </p:cNvPr>
          <p:cNvSpPr txBox="1"/>
          <p:nvPr/>
        </p:nvSpPr>
        <p:spPr>
          <a:xfrm>
            <a:off x="8611344" y="4770077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160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68D9EC2-E6AB-478D-B4B2-D2CE46E28CC1}"/>
              </a:ext>
            </a:extLst>
          </p:cNvPr>
          <p:cNvSpPr/>
          <p:nvPr/>
        </p:nvSpPr>
        <p:spPr>
          <a:xfrm>
            <a:off x="2853801" y="4306728"/>
            <a:ext cx="253100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F0A603A-4890-46CF-92A3-7DAD54152858}"/>
              </a:ext>
            </a:extLst>
          </p:cNvPr>
          <p:cNvSpPr txBox="1"/>
          <p:nvPr/>
        </p:nvSpPr>
        <p:spPr>
          <a:xfrm>
            <a:off x="10047370" y="4758604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200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4A788C7-867F-4E9C-8994-5709118A6648}"/>
              </a:ext>
            </a:extLst>
          </p:cNvPr>
          <p:cNvSpPr txBox="1"/>
          <p:nvPr/>
        </p:nvSpPr>
        <p:spPr>
          <a:xfrm>
            <a:off x="5382584" y="4327430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60 Token/s</a:t>
            </a:r>
            <a:endParaRPr lang="en-GB" altLang="zh-TW" sz="700" b="1" dirty="0">
              <a:solidFill>
                <a:schemeClr val="bg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E4AAC2-5195-4351-9185-740255DA1F3B}"/>
              </a:ext>
            </a:extLst>
          </p:cNvPr>
          <p:cNvSpPr txBox="1"/>
          <p:nvPr/>
        </p:nvSpPr>
        <p:spPr>
          <a:xfrm>
            <a:off x="5419467" y="2612211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60 Token/s</a:t>
            </a:r>
            <a:endParaRPr lang="en-GB" altLang="zh-TW" sz="700" b="1" dirty="0">
              <a:solidFill>
                <a:schemeClr val="bg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D84E7A6-44BD-4D2F-B43D-D4CBDD7ABE4D}"/>
              </a:ext>
            </a:extLst>
          </p:cNvPr>
          <p:cNvSpPr txBox="1"/>
          <p:nvPr/>
        </p:nvSpPr>
        <p:spPr>
          <a:xfrm>
            <a:off x="2663877" y="5618359"/>
            <a:ext cx="6938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并非实际数据，仅作为示例展示！</a:t>
            </a:r>
            <a:endParaRPr lang="zh-TW" altLang="en-US" sz="3600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D6219B0C-6AB0-46F1-93BF-1797A6499358}"/>
              </a:ext>
            </a:extLst>
          </p:cNvPr>
          <p:cNvSpPr/>
          <p:nvPr/>
        </p:nvSpPr>
        <p:spPr>
          <a:xfrm>
            <a:off x="2773673" y="5680768"/>
            <a:ext cx="6659887" cy="554451"/>
          </a:xfrm>
          <a:prstGeom prst="roundRect">
            <a:avLst/>
          </a:prstGeom>
          <a:gradFill>
            <a:gsLst>
              <a:gs pos="0">
                <a:schemeClr val="bg1"/>
              </a:gs>
              <a:gs pos="77000">
                <a:srgbClr val="E5E9EF">
                  <a:alpha val="10000"/>
                </a:srgbClr>
              </a:gs>
              <a:gs pos="22000">
                <a:srgbClr val="F4F6F8">
                  <a:alpha val="10000"/>
                </a:srgb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82E8A5A-D553-4FC0-837C-2557E31EB962}"/>
              </a:ext>
            </a:extLst>
          </p:cNvPr>
          <p:cNvSpPr txBox="1"/>
          <p:nvPr/>
        </p:nvSpPr>
        <p:spPr>
          <a:xfrm>
            <a:off x="2189038" y="2154296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NT$69,999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41823C0-079E-487F-9EC9-E331E2814DBC}"/>
              </a:ext>
            </a:extLst>
          </p:cNvPr>
          <p:cNvSpPr txBox="1"/>
          <p:nvPr/>
        </p:nvSpPr>
        <p:spPr>
          <a:xfrm>
            <a:off x="2130426" y="2712238"/>
            <a:ext cx="7699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NT$188,000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3154E2D-0A0D-4553-A518-BBAE665C7F5D}"/>
              </a:ext>
            </a:extLst>
          </p:cNvPr>
          <p:cNvSpPr txBox="1"/>
          <p:nvPr/>
        </p:nvSpPr>
        <p:spPr>
          <a:xfrm>
            <a:off x="2140148" y="3313769"/>
            <a:ext cx="7699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NT$100,000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10E52B7-4009-41E3-AC1E-0779785A2C25}"/>
              </a:ext>
            </a:extLst>
          </p:cNvPr>
          <p:cNvSpPr txBox="1"/>
          <p:nvPr/>
        </p:nvSpPr>
        <p:spPr>
          <a:xfrm>
            <a:off x="2140148" y="3910996"/>
            <a:ext cx="7699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NT$329,000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8715A69-3379-463D-9FBC-C2B971FECCB5}"/>
              </a:ext>
            </a:extLst>
          </p:cNvPr>
          <p:cNvSpPr txBox="1"/>
          <p:nvPr/>
        </p:nvSpPr>
        <p:spPr>
          <a:xfrm>
            <a:off x="2158520" y="4412045"/>
            <a:ext cx="7699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NT$18,900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7805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F0DE90-E2E2-417D-95FB-7F5B24BD7277}"/>
              </a:ext>
            </a:extLst>
          </p:cNvPr>
          <p:cNvSpPr/>
          <p:nvPr/>
        </p:nvSpPr>
        <p:spPr>
          <a:xfrm>
            <a:off x="322800" y="1381136"/>
            <a:ext cx="11526299" cy="35579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51A51-B4BA-4D7A-BB30-CC47C29451F0}"/>
              </a:ext>
            </a:extLst>
          </p:cNvPr>
          <p:cNvSpPr txBox="1"/>
          <p:nvPr/>
        </p:nvSpPr>
        <p:spPr>
          <a:xfrm>
            <a:off x="322801" y="258437"/>
            <a:ext cx="5453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LLM </a:t>
            </a:r>
            <a:r>
              <a:rPr lang="zh-CN" altLang="en-US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本地推理模拟跑分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51C5D-9E5B-4A89-8877-405FE7F1E5A5}"/>
              </a:ext>
            </a:extLst>
          </p:cNvPr>
          <p:cNvCxnSpPr>
            <a:cxnSpLocks/>
          </p:cNvCxnSpPr>
          <p:nvPr/>
        </p:nvCxnSpPr>
        <p:spPr>
          <a:xfrm>
            <a:off x="4138045" y="986048"/>
            <a:ext cx="1388843" cy="1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E4674A-02BB-45A5-A9F0-404A4C510D2B}"/>
              </a:ext>
            </a:extLst>
          </p:cNvPr>
          <p:cNvCxnSpPr>
            <a:cxnSpLocks/>
          </p:cNvCxnSpPr>
          <p:nvPr/>
        </p:nvCxnSpPr>
        <p:spPr>
          <a:xfrm>
            <a:off x="4839200" y="1051996"/>
            <a:ext cx="685481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6166A1-1BD0-4E0B-A8F0-4866AAE91177}"/>
              </a:ext>
            </a:extLst>
          </p:cNvPr>
          <p:cNvSpPr txBox="1"/>
          <p:nvPr/>
        </p:nvSpPr>
        <p:spPr>
          <a:xfrm>
            <a:off x="1056037" y="195969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Radeon 8060s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D08DE-A1A7-4B32-9787-20BFF25C3A67}"/>
              </a:ext>
            </a:extLst>
          </p:cNvPr>
          <p:cNvSpPr/>
          <p:nvPr/>
        </p:nvSpPr>
        <p:spPr>
          <a:xfrm>
            <a:off x="2849783" y="1794153"/>
            <a:ext cx="8579834" cy="2890621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F9E96-B9D4-4803-B5F0-CD92EB49B902}"/>
              </a:ext>
            </a:extLst>
          </p:cNvPr>
          <p:cNvSpPr txBox="1"/>
          <p:nvPr/>
        </p:nvSpPr>
        <p:spPr>
          <a:xfrm>
            <a:off x="2186954" y="204131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96GB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E9F0EC2-2328-4E8D-BE35-6166A5D01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53" y="1963229"/>
            <a:ext cx="392623" cy="331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488BD8D-54FA-4314-8F5E-A275995BC469}"/>
              </a:ext>
            </a:extLst>
          </p:cNvPr>
          <p:cNvSpPr txBox="1"/>
          <p:nvPr/>
        </p:nvSpPr>
        <p:spPr>
          <a:xfrm>
            <a:off x="1063274" y="309232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RTX 5090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943E66-356B-4F03-BBAC-99608EC00BD2}"/>
              </a:ext>
            </a:extLst>
          </p:cNvPr>
          <p:cNvSpPr txBox="1"/>
          <p:nvPr/>
        </p:nvSpPr>
        <p:spPr>
          <a:xfrm>
            <a:off x="2194191" y="317394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32GB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4E41FA-E469-4DD6-A96D-135ABCD1F9B1}"/>
              </a:ext>
            </a:extLst>
          </p:cNvPr>
          <p:cNvSpPr txBox="1"/>
          <p:nvPr/>
        </p:nvSpPr>
        <p:spPr>
          <a:xfrm>
            <a:off x="1063274" y="3680747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RTX PRO 6000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476BB-E259-41FA-A251-D85717ADB947}"/>
              </a:ext>
            </a:extLst>
          </p:cNvPr>
          <p:cNvSpPr txBox="1"/>
          <p:nvPr/>
        </p:nvSpPr>
        <p:spPr>
          <a:xfrm>
            <a:off x="2194191" y="3762374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96GB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BD889B-7AF6-4BD3-A958-988F737FCE90}"/>
              </a:ext>
            </a:extLst>
          </p:cNvPr>
          <p:cNvSpPr txBox="1"/>
          <p:nvPr/>
        </p:nvSpPr>
        <p:spPr>
          <a:xfrm>
            <a:off x="1056037" y="250577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Pro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23A588-FE7B-4154-AAB5-05FEBE051310}"/>
              </a:ext>
            </a:extLst>
          </p:cNvPr>
          <p:cNvSpPr txBox="1"/>
          <p:nvPr/>
        </p:nvSpPr>
        <p:spPr>
          <a:xfrm>
            <a:off x="2186954" y="258604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96GB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5280C5-3946-4371-ABF3-42E1565C577A}"/>
              </a:ext>
            </a:extLst>
          </p:cNvPr>
          <p:cNvSpPr txBox="1"/>
          <p:nvPr/>
        </p:nvSpPr>
        <p:spPr>
          <a:xfrm>
            <a:off x="1076240" y="3312425"/>
            <a:ext cx="7253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High-End PC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CE2C81-4C92-4519-A995-1E4801DFFB4F}"/>
              </a:ext>
            </a:extLst>
          </p:cNvPr>
          <p:cNvSpPr txBox="1"/>
          <p:nvPr/>
        </p:nvSpPr>
        <p:spPr>
          <a:xfrm>
            <a:off x="1076240" y="3898017"/>
            <a:ext cx="6239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Workstations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834ABE-DFA5-40BA-97F1-476CCF20B6C2}"/>
              </a:ext>
            </a:extLst>
          </p:cNvPr>
          <p:cNvSpPr txBox="1"/>
          <p:nvPr/>
        </p:nvSpPr>
        <p:spPr>
          <a:xfrm>
            <a:off x="1062364" y="2723494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Mac Mini x4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D0ACA4-A7B8-4E2B-AAAE-DD80A02068B6}"/>
              </a:ext>
            </a:extLst>
          </p:cNvPr>
          <p:cNvSpPr txBox="1"/>
          <p:nvPr/>
        </p:nvSpPr>
        <p:spPr>
          <a:xfrm>
            <a:off x="1063274" y="2161700"/>
            <a:ext cx="9814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XXX </a:t>
            </a:r>
            <a:r>
              <a:rPr lang="zh-CN" altLang="en-US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品牌</a:t>
            </a:r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 laptop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92F12C-5C65-4995-823D-FEBC963E93F1}"/>
              </a:ext>
            </a:extLst>
          </p:cNvPr>
          <p:cNvSpPr txBox="1"/>
          <p:nvPr/>
        </p:nvSpPr>
        <p:spPr>
          <a:xfrm>
            <a:off x="9957870" y="1531146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Token/s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越高越厉害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026C85-9D4A-4EDF-ADC0-812502B65EC9}"/>
              </a:ext>
            </a:extLst>
          </p:cNvPr>
          <p:cNvSpPr/>
          <p:nvPr/>
        </p:nvSpPr>
        <p:spPr>
          <a:xfrm>
            <a:off x="2852264" y="2042653"/>
            <a:ext cx="253032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A48DE01-B20B-491C-8F44-A8E0C38902E2}"/>
              </a:ext>
            </a:extLst>
          </p:cNvPr>
          <p:cNvSpPr/>
          <p:nvPr/>
        </p:nvSpPr>
        <p:spPr>
          <a:xfrm>
            <a:off x="2851801" y="2597717"/>
            <a:ext cx="253300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D878FC2-9AD4-438E-84B6-A8B939E6321A}"/>
              </a:ext>
            </a:extLst>
          </p:cNvPr>
          <p:cNvSpPr/>
          <p:nvPr/>
        </p:nvSpPr>
        <p:spPr>
          <a:xfrm>
            <a:off x="2849783" y="3193781"/>
            <a:ext cx="376017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01E6B7D-D63E-4562-B237-C7E575458B7B}"/>
              </a:ext>
            </a:extLst>
          </p:cNvPr>
          <p:cNvSpPr/>
          <p:nvPr/>
        </p:nvSpPr>
        <p:spPr>
          <a:xfrm>
            <a:off x="2849783" y="3763339"/>
            <a:ext cx="7570567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68576F-E143-46F7-B923-38FC9CFE4B9A}"/>
              </a:ext>
            </a:extLst>
          </p:cNvPr>
          <p:cNvSpPr txBox="1"/>
          <p:nvPr/>
        </p:nvSpPr>
        <p:spPr>
          <a:xfrm>
            <a:off x="10443318" y="378342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50 Token/s</a:t>
            </a:r>
            <a:endParaRPr lang="en-GB" altLang="zh-TW" sz="700" b="1" dirty="0">
              <a:solidFill>
                <a:schemeClr val="bg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B89264-48CC-469F-B9E7-EFD3DA2917DD}"/>
              </a:ext>
            </a:extLst>
          </p:cNvPr>
          <p:cNvSpPr txBox="1"/>
          <p:nvPr/>
        </p:nvSpPr>
        <p:spPr>
          <a:xfrm>
            <a:off x="3198412" y="3226411"/>
            <a:ext cx="15196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 Token/s </a:t>
            </a:r>
            <a:r>
              <a:rPr lang="zh-CN" altLang="en-US" sz="7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爆显存！模型载入不能</a:t>
            </a:r>
            <a:endParaRPr lang="en-GB" altLang="zh-TW" sz="700" b="1" dirty="0">
              <a:solidFill>
                <a:srgbClr val="C0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21C079-6158-4311-8BC6-0A054071E7B9}"/>
              </a:ext>
            </a:extLst>
          </p:cNvPr>
          <p:cNvSpPr txBox="1"/>
          <p:nvPr/>
        </p:nvSpPr>
        <p:spPr>
          <a:xfrm>
            <a:off x="5419467" y="2060141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>
                    <a:lumMod val="9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15 Token/s</a:t>
            </a:r>
            <a:endParaRPr lang="en-GB" altLang="zh-TW" sz="700" b="1" dirty="0">
              <a:solidFill>
                <a:schemeClr val="bg1">
                  <a:lumMod val="9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7F25305-54F0-4504-8AFD-D0E65ED4EE61}"/>
              </a:ext>
            </a:extLst>
          </p:cNvPr>
          <p:cNvSpPr txBox="1"/>
          <p:nvPr/>
        </p:nvSpPr>
        <p:spPr>
          <a:xfrm>
            <a:off x="2730045" y="1512535"/>
            <a:ext cx="500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并非实际数据，仅作为示例展示！并非实际数据，仅作为示例展示！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l"/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472E7A-A6DC-4A2C-9876-A74AAC116B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368" y="159534"/>
            <a:ext cx="2850163" cy="8529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1D6CE1DA-2670-4B49-B26A-FECDFA3423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2" y="3165119"/>
            <a:ext cx="392623" cy="2208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280A6284-CED5-48BC-8290-FED8B81283D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35" t="25345" r="35716" b="24390"/>
          <a:stretch/>
        </p:blipFill>
        <p:spPr>
          <a:xfrm>
            <a:off x="629318" y="2565695"/>
            <a:ext cx="271463" cy="2744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F5CB40-2EBC-47F7-A28C-DFE3BBAD3BE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6" t="35691" r="33313" b="33340"/>
          <a:stretch/>
        </p:blipFill>
        <p:spPr>
          <a:xfrm>
            <a:off x="558076" y="3769345"/>
            <a:ext cx="442430" cy="228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7756A43A-942C-4CB3-9BE3-C083EDFBBC62}"/>
              </a:ext>
            </a:extLst>
          </p:cNvPr>
          <p:cNvSpPr txBox="1"/>
          <p:nvPr/>
        </p:nvSpPr>
        <p:spPr>
          <a:xfrm>
            <a:off x="5881388" y="622780"/>
            <a:ext cx="4375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本地大模型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91271A-F084-45C0-80A1-4999A6E161D7}"/>
              </a:ext>
            </a:extLst>
          </p:cNvPr>
          <p:cNvSpPr txBox="1"/>
          <p:nvPr/>
        </p:nvSpPr>
        <p:spPr>
          <a:xfrm>
            <a:off x="1075271" y="4227746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RTX 5060 </a:t>
            </a:r>
            <a:r>
              <a:rPr lang="en-US" altLang="zh-TW" sz="1600" b="1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Ti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C999D5-625A-46FF-BA05-3DF04BC8584F}"/>
              </a:ext>
            </a:extLst>
          </p:cNvPr>
          <p:cNvSpPr txBox="1"/>
          <p:nvPr/>
        </p:nvSpPr>
        <p:spPr>
          <a:xfrm>
            <a:off x="2206188" y="430937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16GB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61BC0BC-D413-4442-B74A-25E8342EDB80}"/>
              </a:ext>
            </a:extLst>
          </p:cNvPr>
          <p:cNvSpPr txBox="1"/>
          <p:nvPr/>
        </p:nvSpPr>
        <p:spPr>
          <a:xfrm>
            <a:off x="1088237" y="4445016"/>
            <a:ext cx="6239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Mid-End PC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F1733BAC-1E2D-4155-BEDD-21A4C53358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2" y="4334591"/>
            <a:ext cx="392623" cy="2208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408A8256-11FF-40D6-858B-9B7DD943364E}"/>
              </a:ext>
            </a:extLst>
          </p:cNvPr>
          <p:cNvSpPr txBox="1"/>
          <p:nvPr/>
        </p:nvSpPr>
        <p:spPr>
          <a:xfrm>
            <a:off x="2849783" y="474880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D57AD37-0C4C-4DF1-BF0B-C4576552F760}"/>
              </a:ext>
            </a:extLst>
          </p:cNvPr>
          <p:cNvSpPr txBox="1"/>
          <p:nvPr/>
        </p:nvSpPr>
        <p:spPr>
          <a:xfrm>
            <a:off x="4303266" y="475097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5E94981-2FEC-42FF-8F61-E398ED62408F}"/>
              </a:ext>
            </a:extLst>
          </p:cNvPr>
          <p:cNvSpPr txBox="1"/>
          <p:nvPr/>
        </p:nvSpPr>
        <p:spPr>
          <a:xfrm>
            <a:off x="5739292" y="476318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20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40EED55-0375-4674-AA09-8EB9F2E89196}"/>
              </a:ext>
            </a:extLst>
          </p:cNvPr>
          <p:cNvSpPr txBox="1"/>
          <p:nvPr/>
        </p:nvSpPr>
        <p:spPr>
          <a:xfrm>
            <a:off x="7175318" y="4770077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4E4CB38-62AA-4EF0-8F8F-1B06518FAF63}"/>
              </a:ext>
            </a:extLst>
          </p:cNvPr>
          <p:cNvSpPr txBox="1"/>
          <p:nvPr/>
        </p:nvSpPr>
        <p:spPr>
          <a:xfrm>
            <a:off x="8611344" y="4770077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40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68D9EC2-E6AB-478D-B4B2-D2CE46E28CC1}"/>
              </a:ext>
            </a:extLst>
          </p:cNvPr>
          <p:cNvSpPr/>
          <p:nvPr/>
        </p:nvSpPr>
        <p:spPr>
          <a:xfrm>
            <a:off x="2853801" y="4306728"/>
            <a:ext cx="371999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F0A603A-4890-46CF-92A3-7DAD54152858}"/>
              </a:ext>
            </a:extLst>
          </p:cNvPr>
          <p:cNvSpPr txBox="1"/>
          <p:nvPr/>
        </p:nvSpPr>
        <p:spPr>
          <a:xfrm>
            <a:off x="10047370" y="4758604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50 Token/s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E4AAC2-5195-4351-9185-740255DA1F3B}"/>
              </a:ext>
            </a:extLst>
          </p:cNvPr>
          <p:cNvSpPr txBox="1"/>
          <p:nvPr/>
        </p:nvSpPr>
        <p:spPr>
          <a:xfrm>
            <a:off x="5419467" y="2612211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15 Token/s</a:t>
            </a:r>
            <a:endParaRPr lang="en-GB" altLang="zh-TW" sz="700" b="1" dirty="0">
              <a:solidFill>
                <a:schemeClr val="bg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D84E7A6-44BD-4D2F-B43D-D4CBDD7ABE4D}"/>
              </a:ext>
            </a:extLst>
          </p:cNvPr>
          <p:cNvSpPr txBox="1"/>
          <p:nvPr/>
        </p:nvSpPr>
        <p:spPr>
          <a:xfrm>
            <a:off x="2663877" y="5618359"/>
            <a:ext cx="6938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并非实际数据，仅作为示例展示！</a:t>
            </a:r>
            <a:endParaRPr lang="zh-TW" altLang="en-US" sz="3600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D6219B0C-6AB0-46F1-93BF-1797A6499358}"/>
              </a:ext>
            </a:extLst>
          </p:cNvPr>
          <p:cNvSpPr/>
          <p:nvPr/>
        </p:nvSpPr>
        <p:spPr>
          <a:xfrm>
            <a:off x="2773673" y="5680768"/>
            <a:ext cx="6659887" cy="554451"/>
          </a:xfrm>
          <a:prstGeom prst="roundRect">
            <a:avLst/>
          </a:prstGeom>
          <a:gradFill>
            <a:gsLst>
              <a:gs pos="0">
                <a:schemeClr val="bg1"/>
              </a:gs>
              <a:gs pos="77000">
                <a:srgbClr val="E5E9EF">
                  <a:alpha val="10000"/>
                </a:srgbClr>
              </a:gs>
              <a:gs pos="22000">
                <a:srgbClr val="F4F6F8">
                  <a:alpha val="10000"/>
                </a:srgb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F1490F-20C0-46EF-9ACB-68445D19D645}"/>
              </a:ext>
            </a:extLst>
          </p:cNvPr>
          <p:cNvSpPr txBox="1"/>
          <p:nvPr/>
        </p:nvSpPr>
        <p:spPr>
          <a:xfrm>
            <a:off x="3204762" y="4306728"/>
            <a:ext cx="15196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 Token/s </a:t>
            </a:r>
            <a:r>
              <a:rPr lang="zh-CN" altLang="en-US" sz="7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爆显存！模型载入不能</a:t>
            </a:r>
            <a:endParaRPr lang="en-GB" altLang="zh-TW" sz="700" b="1" dirty="0">
              <a:solidFill>
                <a:srgbClr val="C0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58E9BA-5DC2-49DF-915A-E52A990A1E51}"/>
              </a:ext>
            </a:extLst>
          </p:cNvPr>
          <p:cNvSpPr txBox="1"/>
          <p:nvPr/>
        </p:nvSpPr>
        <p:spPr>
          <a:xfrm>
            <a:off x="2189038" y="2154296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NT$69,999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6BE46-4EBA-415F-997B-6F0EC8008625}"/>
              </a:ext>
            </a:extLst>
          </p:cNvPr>
          <p:cNvSpPr txBox="1"/>
          <p:nvPr/>
        </p:nvSpPr>
        <p:spPr>
          <a:xfrm>
            <a:off x="2130426" y="2712238"/>
            <a:ext cx="7699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NT$188,000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DDF172-738F-4801-833C-906A9D3A72BF}"/>
              </a:ext>
            </a:extLst>
          </p:cNvPr>
          <p:cNvSpPr txBox="1"/>
          <p:nvPr/>
        </p:nvSpPr>
        <p:spPr>
          <a:xfrm>
            <a:off x="2135986" y="3317896"/>
            <a:ext cx="7699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NT$100,000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6B2044-0120-42CF-9F33-3F66E47BEFFD}"/>
              </a:ext>
            </a:extLst>
          </p:cNvPr>
          <p:cNvSpPr txBox="1"/>
          <p:nvPr/>
        </p:nvSpPr>
        <p:spPr>
          <a:xfrm>
            <a:off x="2140148" y="3910996"/>
            <a:ext cx="7699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NT$329,000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09F224-6E0C-4F73-AAD3-AA1BEF21E558}"/>
              </a:ext>
            </a:extLst>
          </p:cNvPr>
          <p:cNvSpPr txBox="1"/>
          <p:nvPr/>
        </p:nvSpPr>
        <p:spPr>
          <a:xfrm>
            <a:off x="2158520" y="4412045"/>
            <a:ext cx="7699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NT$18,900</a:t>
            </a:r>
            <a:r>
              <a:rPr lang="zh-CN" altLang="en-US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起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6929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DC1A56-9CFB-4143-A5FA-5BE3C4148779}"/>
              </a:ext>
            </a:extLst>
          </p:cNvPr>
          <p:cNvSpPr txBox="1"/>
          <p:nvPr/>
        </p:nvSpPr>
        <p:spPr>
          <a:xfrm>
            <a:off x="-590550" y="1408182"/>
            <a:ext cx="13373100" cy="37702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3900" b="1" i="0" dirty="0">
                <a:ln w="3175">
                  <a:solidFill>
                    <a:srgbClr val="4D4D4D"/>
                  </a:solidFill>
                </a:ln>
                <a:noFill/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跑分</a:t>
            </a:r>
            <a:endParaRPr lang="en-GB" altLang="zh-TW" sz="23900" b="1" i="0" dirty="0">
              <a:ln w="3175">
                <a:solidFill>
                  <a:srgbClr val="4D4D4D"/>
                </a:solidFill>
              </a:ln>
              <a:noFill/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51A51-B4BA-4D7A-BB30-CC47C29451F0}"/>
              </a:ext>
            </a:extLst>
          </p:cNvPr>
          <p:cNvSpPr txBox="1"/>
          <p:nvPr/>
        </p:nvSpPr>
        <p:spPr>
          <a:xfrm>
            <a:off x="4721264" y="3075057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电子斗蛐蛐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221B7C-52D1-4BF4-B9D3-9B20CF7272DB}"/>
              </a:ext>
            </a:extLst>
          </p:cNvPr>
          <p:cNvCxnSpPr>
            <a:cxnSpLocks/>
          </p:cNvCxnSpPr>
          <p:nvPr/>
        </p:nvCxnSpPr>
        <p:spPr>
          <a:xfrm>
            <a:off x="5948363" y="3708519"/>
            <a:ext cx="1375886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DC9F79-E9EF-4E14-B1ED-31F321059B63}"/>
              </a:ext>
            </a:extLst>
          </p:cNvPr>
          <p:cNvCxnSpPr>
            <a:cxnSpLocks/>
          </p:cNvCxnSpPr>
          <p:nvPr/>
        </p:nvCxnSpPr>
        <p:spPr>
          <a:xfrm>
            <a:off x="6886575" y="3841869"/>
            <a:ext cx="437674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69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E51A51-B4BA-4D7A-BB30-CC47C29451F0}"/>
              </a:ext>
            </a:extLst>
          </p:cNvPr>
          <p:cNvSpPr txBox="1"/>
          <p:nvPr/>
        </p:nvSpPr>
        <p:spPr>
          <a:xfrm>
            <a:off x="322801" y="258437"/>
            <a:ext cx="4375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3D Mark Timespy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51C5D-9E5B-4A89-8877-405FE7F1E5A5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510761" y="966323"/>
            <a:ext cx="192757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E4674A-02BB-45A5-A9F0-404A4C510D2B}"/>
              </a:ext>
            </a:extLst>
          </p:cNvPr>
          <p:cNvCxnSpPr>
            <a:cxnSpLocks/>
          </p:cNvCxnSpPr>
          <p:nvPr/>
        </p:nvCxnSpPr>
        <p:spPr>
          <a:xfrm>
            <a:off x="3752850" y="1059736"/>
            <a:ext cx="685481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F0DE90-E2E2-417D-95FB-7F5B24BD7277}"/>
              </a:ext>
            </a:extLst>
          </p:cNvPr>
          <p:cNvSpPr/>
          <p:nvPr/>
        </p:nvSpPr>
        <p:spPr>
          <a:xfrm>
            <a:off x="322800" y="1381137"/>
            <a:ext cx="11526299" cy="521842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6166A1-1BD0-4E0B-A8F0-4866AAE91177}"/>
              </a:ext>
            </a:extLst>
          </p:cNvPr>
          <p:cNvSpPr txBox="1"/>
          <p:nvPr/>
        </p:nvSpPr>
        <p:spPr>
          <a:xfrm>
            <a:off x="1056037" y="195969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Radeon 8060s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D08DE-A1A7-4B32-9787-20BFF25C3A67}"/>
              </a:ext>
            </a:extLst>
          </p:cNvPr>
          <p:cNvSpPr/>
          <p:nvPr/>
        </p:nvSpPr>
        <p:spPr>
          <a:xfrm>
            <a:off x="2842546" y="1789329"/>
            <a:ext cx="8579834" cy="463778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60DF4-79B0-48CF-A916-FF7BC3DEED04}"/>
              </a:ext>
            </a:extLst>
          </p:cNvPr>
          <p:cNvSpPr txBox="1"/>
          <p:nvPr/>
        </p:nvSpPr>
        <p:spPr>
          <a:xfrm>
            <a:off x="1056037" y="4279635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RTX 3060 </a:t>
            </a:r>
            <a:r>
              <a:rPr lang="en-US" altLang="zh-TW" sz="105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Laptop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D1BC6F-957D-4A1C-96F0-F3A89643A766}"/>
              </a:ext>
            </a:extLst>
          </p:cNvPr>
          <p:cNvSpPr txBox="1"/>
          <p:nvPr/>
        </p:nvSpPr>
        <p:spPr>
          <a:xfrm>
            <a:off x="2200754" y="4363372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115W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F50F0C-FDAD-45EC-B2B1-9F083D823100}"/>
              </a:ext>
            </a:extLst>
          </p:cNvPr>
          <p:cNvSpPr txBox="1"/>
          <p:nvPr/>
        </p:nvSpPr>
        <p:spPr>
          <a:xfrm>
            <a:off x="1052029" y="4874269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RTX 4060 </a:t>
            </a:r>
            <a:r>
              <a:rPr lang="en-US" altLang="zh-TW" sz="105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Laptop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477390-0C18-44AA-9A65-2285F182B36E}"/>
              </a:ext>
            </a:extLst>
          </p:cNvPr>
          <p:cNvSpPr txBox="1"/>
          <p:nvPr/>
        </p:nvSpPr>
        <p:spPr>
          <a:xfrm>
            <a:off x="2215720" y="4961292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115W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7CA938-D194-4CBB-867C-D96DD3CFA8BD}"/>
              </a:ext>
            </a:extLst>
          </p:cNvPr>
          <p:cNvSpPr txBox="1"/>
          <p:nvPr/>
        </p:nvSpPr>
        <p:spPr>
          <a:xfrm>
            <a:off x="1052029" y="5466739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RTX 5060 </a:t>
            </a:r>
            <a:r>
              <a:rPr lang="en-US" altLang="zh-TW" sz="105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Laptop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3C7106-F499-41F5-A10B-8A42D8978EE6}"/>
              </a:ext>
            </a:extLst>
          </p:cNvPr>
          <p:cNvSpPr txBox="1"/>
          <p:nvPr/>
        </p:nvSpPr>
        <p:spPr>
          <a:xfrm>
            <a:off x="2220385" y="5551630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115W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F9E96-B9D4-4803-B5F0-CD92EB49B902}"/>
              </a:ext>
            </a:extLst>
          </p:cNvPr>
          <p:cNvSpPr txBox="1"/>
          <p:nvPr/>
        </p:nvSpPr>
        <p:spPr>
          <a:xfrm>
            <a:off x="2186954" y="204131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80W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4174EB1-20B5-4E50-BCBC-5B11F8742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11" y="4326844"/>
            <a:ext cx="392623" cy="2208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E9F0EC2-2328-4E8D-BE35-6166A5D01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53" y="1963229"/>
            <a:ext cx="392623" cy="331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488BD8D-54FA-4314-8F5E-A275995BC469}"/>
              </a:ext>
            </a:extLst>
          </p:cNvPr>
          <p:cNvSpPr txBox="1"/>
          <p:nvPr/>
        </p:nvSpPr>
        <p:spPr>
          <a:xfrm>
            <a:off x="1063274" y="309232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Radeon 780M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943E66-356B-4F03-BBAC-99608EC00BD2}"/>
              </a:ext>
            </a:extLst>
          </p:cNvPr>
          <p:cNvSpPr txBox="1"/>
          <p:nvPr/>
        </p:nvSpPr>
        <p:spPr>
          <a:xfrm>
            <a:off x="2194191" y="317394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15W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2C1BFF9-4320-4B78-8A9B-6C2BA7CBD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11" y="3095859"/>
            <a:ext cx="392623" cy="331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F4E41FA-E469-4DD6-A96D-135ABCD1F9B1}"/>
              </a:ext>
            </a:extLst>
          </p:cNvPr>
          <p:cNvSpPr txBox="1"/>
          <p:nvPr/>
        </p:nvSpPr>
        <p:spPr>
          <a:xfrm>
            <a:off x="1063274" y="3680747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Radeon 890M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476BB-E259-41FA-A251-D85717ADB947}"/>
              </a:ext>
            </a:extLst>
          </p:cNvPr>
          <p:cNvSpPr txBox="1"/>
          <p:nvPr/>
        </p:nvSpPr>
        <p:spPr>
          <a:xfrm>
            <a:off x="2194191" y="3762374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15W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11D15EB-8DD2-447A-9044-787E20F45C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11" y="3684285"/>
            <a:ext cx="392623" cy="331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BBD889B-7AF6-4BD3-A958-988F737FCE90}"/>
              </a:ext>
            </a:extLst>
          </p:cNvPr>
          <p:cNvSpPr txBox="1"/>
          <p:nvPr/>
        </p:nvSpPr>
        <p:spPr>
          <a:xfrm>
            <a:off x="1056037" y="250577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Radeon 8060s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23A588-FE7B-4154-AAB5-05FEBE051310}"/>
              </a:ext>
            </a:extLst>
          </p:cNvPr>
          <p:cNvSpPr txBox="1"/>
          <p:nvPr/>
        </p:nvSpPr>
        <p:spPr>
          <a:xfrm>
            <a:off x="2186954" y="258604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15W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3C0300B-2B13-42BB-A662-8513FA5FA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39" y="2515306"/>
            <a:ext cx="392623" cy="331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FA66498-A4C5-45BB-9333-B13DE3017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11" y="4927310"/>
            <a:ext cx="392623" cy="2208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55B4587-E27C-4E4A-9050-B245DB6E5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2" y="5525591"/>
            <a:ext cx="392623" cy="2208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85280C5-3946-4371-ABF3-42E1565C577A}"/>
              </a:ext>
            </a:extLst>
          </p:cNvPr>
          <p:cNvSpPr txBox="1"/>
          <p:nvPr/>
        </p:nvSpPr>
        <p:spPr>
          <a:xfrm>
            <a:off x="1076241" y="3312425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RDNA 3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CE2C81-4C92-4519-A995-1E4801DFFB4F}"/>
              </a:ext>
            </a:extLst>
          </p:cNvPr>
          <p:cNvSpPr txBox="1"/>
          <p:nvPr/>
        </p:nvSpPr>
        <p:spPr>
          <a:xfrm>
            <a:off x="1076241" y="3898017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RDNA 3.5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834ABE-DFA5-40BA-97F1-476CCF20B6C2}"/>
              </a:ext>
            </a:extLst>
          </p:cNvPr>
          <p:cNvSpPr txBox="1"/>
          <p:nvPr/>
        </p:nvSpPr>
        <p:spPr>
          <a:xfrm>
            <a:off x="1071676" y="2723494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RDNA 3.5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583CEE-43EF-44E8-B0C5-DEEE0E112460}"/>
              </a:ext>
            </a:extLst>
          </p:cNvPr>
          <p:cNvSpPr txBox="1"/>
          <p:nvPr/>
        </p:nvSpPr>
        <p:spPr>
          <a:xfrm>
            <a:off x="1063274" y="4481751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Ampere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1BE095-7A92-4EB7-857E-CD8999807108}"/>
              </a:ext>
            </a:extLst>
          </p:cNvPr>
          <p:cNvSpPr txBox="1"/>
          <p:nvPr/>
        </p:nvSpPr>
        <p:spPr>
          <a:xfrm>
            <a:off x="1063274" y="5081231"/>
            <a:ext cx="6368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Ada 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L</a:t>
            </a:r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ovelace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57CB7A-5A18-43D2-B18D-C6087D3C6427}"/>
              </a:ext>
            </a:extLst>
          </p:cNvPr>
          <p:cNvSpPr txBox="1"/>
          <p:nvPr/>
        </p:nvSpPr>
        <p:spPr>
          <a:xfrm>
            <a:off x="1063274" y="5681413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Blackwell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D0ACA4-A7B8-4E2B-AAAE-DD80A02068B6}"/>
              </a:ext>
            </a:extLst>
          </p:cNvPr>
          <p:cNvSpPr txBox="1"/>
          <p:nvPr/>
        </p:nvSpPr>
        <p:spPr>
          <a:xfrm>
            <a:off x="1063274" y="2161700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RDNA 3.5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EDB521-36C5-4580-B88F-78C1596EF66B}"/>
              </a:ext>
            </a:extLst>
          </p:cNvPr>
          <p:cNvSpPr txBox="1"/>
          <p:nvPr/>
        </p:nvSpPr>
        <p:spPr>
          <a:xfrm>
            <a:off x="1052029" y="5948672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Arc 140T  </a:t>
            </a:r>
            <a:r>
              <a:rPr lang="en-US" altLang="zh-TW" sz="105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Mobile</a:t>
            </a:r>
            <a:endParaRPr lang="en-GB" altLang="zh-TW" sz="105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D41526-D023-405C-9776-1424F9056F26}"/>
              </a:ext>
            </a:extLst>
          </p:cNvPr>
          <p:cNvSpPr txBox="1"/>
          <p:nvPr/>
        </p:nvSpPr>
        <p:spPr>
          <a:xfrm>
            <a:off x="2220385" y="603356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35W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122B85-4D3D-435A-B040-CF3DA2B5A7D4}"/>
              </a:ext>
            </a:extLst>
          </p:cNvPr>
          <p:cNvSpPr txBox="1"/>
          <p:nvPr/>
        </p:nvSpPr>
        <p:spPr>
          <a:xfrm>
            <a:off x="1063274" y="6163346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Xe-LPG+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96E2816D-2097-499B-8DA1-4A33CA6874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3" y="6015368"/>
            <a:ext cx="291773" cy="2917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6CE98C47-BFCB-4FAA-9E82-E864346245B0}"/>
              </a:ext>
            </a:extLst>
          </p:cNvPr>
          <p:cNvSpPr txBox="1"/>
          <p:nvPr/>
        </p:nvSpPr>
        <p:spPr>
          <a:xfrm>
            <a:off x="2842546" y="1551224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以</a:t>
            </a:r>
            <a:r>
              <a:rPr lang="en-US" altLang="zh-CN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TDP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80W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的</a:t>
            </a:r>
            <a:r>
              <a:rPr lang="en-US" altLang="zh-CN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 “Radeon 8060” 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为基准。 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92F12C-5C65-4995-823D-FEBC963E93F1}"/>
              </a:ext>
            </a:extLst>
          </p:cNvPr>
          <p:cNvSpPr txBox="1"/>
          <p:nvPr/>
        </p:nvSpPr>
        <p:spPr>
          <a:xfrm>
            <a:off x="10258710" y="1531777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分数越高越好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。 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ACBE2A-B87D-40C2-9FC6-3763F4F3A6E3}"/>
              </a:ext>
            </a:extLst>
          </p:cNvPr>
          <p:cNvSpPr txBox="1"/>
          <p:nvPr/>
        </p:nvSpPr>
        <p:spPr>
          <a:xfrm>
            <a:off x="3059116" y="6394066"/>
            <a:ext cx="425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80F7DF-F017-4A4B-AF82-1EF5756E3DD3}"/>
              </a:ext>
            </a:extLst>
          </p:cNvPr>
          <p:cNvSpPr txBox="1"/>
          <p:nvPr/>
        </p:nvSpPr>
        <p:spPr>
          <a:xfrm>
            <a:off x="9449149" y="6373704"/>
            <a:ext cx="481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100</a:t>
            </a:r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21B772-B752-48C0-9F7D-DB04B1A416E7}"/>
              </a:ext>
            </a:extLst>
          </p:cNvPr>
          <p:cNvSpPr txBox="1"/>
          <p:nvPr/>
        </p:nvSpPr>
        <p:spPr>
          <a:xfrm>
            <a:off x="10913437" y="6373704"/>
            <a:ext cx="481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120</a:t>
            </a:r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026C85-9D4A-4EDF-ADC0-812502B65EC9}"/>
              </a:ext>
            </a:extLst>
          </p:cNvPr>
          <p:cNvSpPr/>
          <p:nvPr/>
        </p:nvSpPr>
        <p:spPr>
          <a:xfrm>
            <a:off x="2852264" y="2042653"/>
            <a:ext cx="6844186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5570F7-8758-4C5D-9376-383EA9A301E4}"/>
              </a:ext>
            </a:extLst>
          </p:cNvPr>
          <p:cNvSpPr txBox="1"/>
          <p:nvPr/>
        </p:nvSpPr>
        <p:spPr>
          <a:xfrm>
            <a:off x="9146228" y="1959418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9882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A48DE01-B20B-491C-8F44-A8E0C38902E2}"/>
              </a:ext>
            </a:extLst>
          </p:cNvPr>
          <p:cNvSpPr/>
          <p:nvPr/>
        </p:nvSpPr>
        <p:spPr>
          <a:xfrm>
            <a:off x="2851801" y="2597717"/>
            <a:ext cx="2215499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5A70C8-D44F-4F96-B5C1-26536AD36697}"/>
              </a:ext>
            </a:extLst>
          </p:cNvPr>
          <p:cNvSpPr txBox="1"/>
          <p:nvPr/>
        </p:nvSpPr>
        <p:spPr>
          <a:xfrm>
            <a:off x="4514571" y="2520293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2526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D878FC2-9AD4-438E-84B6-A8B939E6321A}"/>
              </a:ext>
            </a:extLst>
          </p:cNvPr>
          <p:cNvSpPr/>
          <p:nvPr/>
        </p:nvSpPr>
        <p:spPr>
          <a:xfrm>
            <a:off x="2849783" y="3193781"/>
            <a:ext cx="2401667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701637-8657-4770-844A-CCF1BEF14E4F}"/>
              </a:ext>
            </a:extLst>
          </p:cNvPr>
          <p:cNvSpPr txBox="1"/>
          <p:nvPr/>
        </p:nvSpPr>
        <p:spPr>
          <a:xfrm>
            <a:off x="4698721" y="3112319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2787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01E6B7D-D63E-4562-B237-C7E575458B7B}"/>
              </a:ext>
            </a:extLst>
          </p:cNvPr>
          <p:cNvSpPr/>
          <p:nvPr/>
        </p:nvSpPr>
        <p:spPr>
          <a:xfrm>
            <a:off x="2849783" y="3763339"/>
            <a:ext cx="2725517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B781D4-C59E-4D64-9CFD-ED4FFAAF97FE}"/>
              </a:ext>
            </a:extLst>
          </p:cNvPr>
          <p:cNvSpPr txBox="1"/>
          <p:nvPr/>
        </p:nvSpPr>
        <p:spPr>
          <a:xfrm>
            <a:off x="5022571" y="3677208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3333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E5A7442-E619-4F3B-B8C0-C064B719EC7A}"/>
              </a:ext>
            </a:extLst>
          </p:cNvPr>
          <p:cNvSpPr/>
          <p:nvPr/>
        </p:nvSpPr>
        <p:spPr>
          <a:xfrm>
            <a:off x="2849783" y="4368200"/>
            <a:ext cx="5627467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142720-697B-47F2-BB6F-3704FC28F06A}"/>
              </a:ext>
            </a:extLst>
          </p:cNvPr>
          <p:cNvSpPr txBox="1"/>
          <p:nvPr/>
        </p:nvSpPr>
        <p:spPr>
          <a:xfrm>
            <a:off x="7901998" y="4279635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8278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EE2C2F3-F202-4DDD-BAC5-06114FD11145}"/>
              </a:ext>
            </a:extLst>
          </p:cNvPr>
          <p:cNvSpPr/>
          <p:nvPr/>
        </p:nvSpPr>
        <p:spPr>
          <a:xfrm>
            <a:off x="2849783" y="4967958"/>
            <a:ext cx="6899056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F372F88-0947-4190-8C56-AC0D02ED373B}"/>
              </a:ext>
            </a:extLst>
          </p:cNvPr>
          <p:cNvSpPr/>
          <p:nvPr/>
        </p:nvSpPr>
        <p:spPr>
          <a:xfrm>
            <a:off x="2849783" y="5541414"/>
            <a:ext cx="8313518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929964A-4BA7-4C6D-BD84-8CDA1DDA7EE5}"/>
              </a:ext>
            </a:extLst>
          </p:cNvPr>
          <p:cNvSpPr/>
          <p:nvPr/>
        </p:nvSpPr>
        <p:spPr>
          <a:xfrm>
            <a:off x="2849784" y="6028635"/>
            <a:ext cx="311763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1A1904-EAD6-496A-83D9-B23AD7B7982F}"/>
              </a:ext>
            </a:extLst>
          </p:cNvPr>
          <p:cNvSpPr txBox="1"/>
          <p:nvPr/>
        </p:nvSpPr>
        <p:spPr>
          <a:xfrm>
            <a:off x="9071866" y="4874269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10404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655C0F-1360-4AE8-936E-4EFE0CA403C5}"/>
              </a:ext>
            </a:extLst>
          </p:cNvPr>
          <p:cNvSpPr txBox="1"/>
          <p:nvPr/>
        </p:nvSpPr>
        <p:spPr>
          <a:xfrm>
            <a:off x="10503792" y="5451738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12040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8F4CA-A0CC-486C-8739-346FFE4CFB03}"/>
              </a:ext>
            </a:extLst>
          </p:cNvPr>
          <p:cNvSpPr txBox="1"/>
          <p:nvPr/>
        </p:nvSpPr>
        <p:spPr>
          <a:xfrm>
            <a:off x="5414827" y="5949846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3787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E30802F-E691-43A4-AF4B-20EAE5AC89CC}"/>
              </a:ext>
            </a:extLst>
          </p:cNvPr>
          <p:cNvSpPr txBox="1"/>
          <p:nvPr/>
        </p:nvSpPr>
        <p:spPr>
          <a:xfrm>
            <a:off x="5916937" y="6061226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38.32%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7B56D8-8050-4F7A-8D44-D1C401FD7F91}"/>
              </a:ext>
            </a:extLst>
          </p:cNvPr>
          <p:cNvSpPr txBox="1"/>
          <p:nvPr/>
        </p:nvSpPr>
        <p:spPr>
          <a:xfrm>
            <a:off x="11101554" y="5572319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121.84%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AA4DF8-85D9-46A1-958F-BFCA529722F9}"/>
              </a:ext>
            </a:extLst>
          </p:cNvPr>
          <p:cNvSpPr txBox="1"/>
          <p:nvPr/>
        </p:nvSpPr>
        <p:spPr>
          <a:xfrm>
            <a:off x="9705396" y="499886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105.28%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E16638-AE1C-49EE-87B1-C45AD5E87461}"/>
              </a:ext>
            </a:extLst>
          </p:cNvPr>
          <p:cNvSpPr txBox="1"/>
          <p:nvPr/>
        </p:nvSpPr>
        <p:spPr>
          <a:xfrm>
            <a:off x="8432813" y="439910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83.77%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68576F-E143-46F7-B923-38FC9CFE4B9A}"/>
              </a:ext>
            </a:extLst>
          </p:cNvPr>
          <p:cNvSpPr txBox="1"/>
          <p:nvPr/>
        </p:nvSpPr>
        <p:spPr>
          <a:xfrm>
            <a:off x="5524681" y="379029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33.77%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B89264-48CC-469F-B9E7-EFD3DA2917DD}"/>
              </a:ext>
            </a:extLst>
          </p:cNvPr>
          <p:cNvSpPr txBox="1"/>
          <p:nvPr/>
        </p:nvSpPr>
        <p:spPr>
          <a:xfrm>
            <a:off x="5203522" y="3226411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28.20%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CCD4A2C-9C21-4E16-BF04-1028AEE19B79}"/>
              </a:ext>
            </a:extLst>
          </p:cNvPr>
          <p:cNvSpPr txBox="1"/>
          <p:nvPr/>
        </p:nvSpPr>
        <p:spPr>
          <a:xfrm>
            <a:off x="5016681" y="2628622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25.56%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21C079-6158-4311-8BC6-0A054071E7B9}"/>
              </a:ext>
            </a:extLst>
          </p:cNvPr>
          <p:cNvSpPr txBox="1"/>
          <p:nvPr/>
        </p:nvSpPr>
        <p:spPr>
          <a:xfrm>
            <a:off x="9648338" y="2078626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>
                    <a:lumMod val="9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GB" altLang="zh-TW" sz="700" b="1" dirty="0">
              <a:solidFill>
                <a:schemeClr val="bg1">
                  <a:lumMod val="9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6B2B0953-1B42-473D-B50A-4A9C1CC1B4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168" y="298164"/>
            <a:ext cx="2868564" cy="7155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67F25305-54F0-4504-8AFD-D0E65ED4EE61}"/>
              </a:ext>
            </a:extLst>
          </p:cNvPr>
          <p:cNvSpPr txBox="1"/>
          <p:nvPr/>
        </p:nvSpPr>
        <p:spPr>
          <a:xfrm>
            <a:off x="4514571" y="633265"/>
            <a:ext cx="4375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GPU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在</a:t>
            </a:r>
            <a:r>
              <a:rPr lang="en-US" altLang="zh-CN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DX12 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图形</a:t>
            </a:r>
            <a:r>
              <a:rPr lang="en-US" altLang="zh-CN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API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分辨率为</a:t>
            </a:r>
            <a:r>
              <a:rPr lang="en-US" altLang="zh-CN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2K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下的理论跑分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523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E51A51-B4BA-4D7A-BB30-CC47C29451F0}"/>
              </a:ext>
            </a:extLst>
          </p:cNvPr>
          <p:cNvSpPr txBox="1"/>
          <p:nvPr/>
        </p:nvSpPr>
        <p:spPr>
          <a:xfrm>
            <a:off x="322801" y="258437"/>
            <a:ext cx="4375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4000" b="1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Cinebench</a:t>
            </a:r>
            <a:r>
              <a:rPr lang="en-US" altLang="zh-TW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 R23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51C5D-9E5B-4A89-8877-405FE7F1E5A5}"/>
              </a:ext>
            </a:extLst>
          </p:cNvPr>
          <p:cNvCxnSpPr>
            <a:cxnSpLocks/>
          </p:cNvCxnSpPr>
          <p:nvPr/>
        </p:nvCxnSpPr>
        <p:spPr>
          <a:xfrm>
            <a:off x="1903247" y="878217"/>
            <a:ext cx="192757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E4674A-02BB-45A5-A9F0-404A4C510D2B}"/>
              </a:ext>
            </a:extLst>
          </p:cNvPr>
          <p:cNvCxnSpPr>
            <a:cxnSpLocks/>
          </p:cNvCxnSpPr>
          <p:nvPr/>
        </p:nvCxnSpPr>
        <p:spPr>
          <a:xfrm>
            <a:off x="3145336" y="940673"/>
            <a:ext cx="685481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F0DE90-E2E2-417D-95FB-7F5B24BD7277}"/>
              </a:ext>
            </a:extLst>
          </p:cNvPr>
          <p:cNvSpPr/>
          <p:nvPr/>
        </p:nvSpPr>
        <p:spPr>
          <a:xfrm>
            <a:off x="141595" y="1386161"/>
            <a:ext cx="11719559" cy="539304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6166A1-1BD0-4E0B-A8F0-4866AAE91177}"/>
              </a:ext>
            </a:extLst>
          </p:cNvPr>
          <p:cNvSpPr txBox="1"/>
          <p:nvPr/>
        </p:nvSpPr>
        <p:spPr>
          <a:xfrm>
            <a:off x="673105" y="1959691"/>
            <a:ext cx="2004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Ryzen AI Max+ 395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D08DE-A1A7-4B32-9787-20BFF25C3A67}"/>
              </a:ext>
            </a:extLst>
          </p:cNvPr>
          <p:cNvSpPr/>
          <p:nvPr/>
        </p:nvSpPr>
        <p:spPr>
          <a:xfrm>
            <a:off x="2842546" y="1789329"/>
            <a:ext cx="8579834" cy="463778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60DF4-79B0-48CF-A916-FF7BC3DEED04}"/>
              </a:ext>
            </a:extLst>
          </p:cNvPr>
          <p:cNvSpPr txBox="1"/>
          <p:nvPr/>
        </p:nvSpPr>
        <p:spPr>
          <a:xfrm>
            <a:off x="677064" y="4273689"/>
            <a:ext cx="210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(10-core)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D1BC6F-957D-4A1C-96F0-F3A89643A766}"/>
              </a:ext>
            </a:extLst>
          </p:cNvPr>
          <p:cNvSpPr txBox="1"/>
          <p:nvPr/>
        </p:nvSpPr>
        <p:spPr>
          <a:xfrm>
            <a:off x="2200754" y="4363372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40W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F50F0C-FDAD-45EC-B2B1-9F083D823100}"/>
              </a:ext>
            </a:extLst>
          </p:cNvPr>
          <p:cNvSpPr txBox="1"/>
          <p:nvPr/>
        </p:nvSpPr>
        <p:spPr>
          <a:xfrm>
            <a:off x="677064" y="4874269"/>
            <a:ext cx="2092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Pro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477390-0C18-44AA-9A65-2285F182B36E}"/>
              </a:ext>
            </a:extLst>
          </p:cNvPr>
          <p:cNvSpPr txBox="1"/>
          <p:nvPr/>
        </p:nvSpPr>
        <p:spPr>
          <a:xfrm>
            <a:off x="2215720" y="4961292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46W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7CA938-D194-4CBB-867C-D96DD3CFA8BD}"/>
              </a:ext>
            </a:extLst>
          </p:cNvPr>
          <p:cNvSpPr txBox="1"/>
          <p:nvPr/>
        </p:nvSpPr>
        <p:spPr>
          <a:xfrm>
            <a:off x="673105" y="5466739"/>
            <a:ext cx="2096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Max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3C7106-F499-41F5-A10B-8A42D8978EE6}"/>
              </a:ext>
            </a:extLst>
          </p:cNvPr>
          <p:cNvSpPr txBox="1"/>
          <p:nvPr/>
        </p:nvSpPr>
        <p:spPr>
          <a:xfrm>
            <a:off x="2220385" y="5551630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70W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F9E96-B9D4-4803-B5F0-CD92EB49B902}"/>
              </a:ext>
            </a:extLst>
          </p:cNvPr>
          <p:cNvSpPr txBox="1"/>
          <p:nvPr/>
        </p:nvSpPr>
        <p:spPr>
          <a:xfrm>
            <a:off x="2186954" y="204131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120W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88BD8D-54FA-4314-8F5E-A275995BC469}"/>
              </a:ext>
            </a:extLst>
          </p:cNvPr>
          <p:cNvSpPr txBox="1"/>
          <p:nvPr/>
        </p:nvSpPr>
        <p:spPr>
          <a:xfrm>
            <a:off x="673105" y="3092321"/>
            <a:ext cx="2061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Core Ultra 9 285HX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943E66-356B-4F03-BBAC-99608EC00BD2}"/>
              </a:ext>
            </a:extLst>
          </p:cNvPr>
          <p:cNvSpPr txBox="1"/>
          <p:nvPr/>
        </p:nvSpPr>
        <p:spPr>
          <a:xfrm>
            <a:off x="2194191" y="317394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160W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4E41FA-E469-4DD6-A96D-135ABCD1F9B1}"/>
              </a:ext>
            </a:extLst>
          </p:cNvPr>
          <p:cNvSpPr txBox="1"/>
          <p:nvPr/>
        </p:nvSpPr>
        <p:spPr>
          <a:xfrm>
            <a:off x="679231" y="3666621"/>
            <a:ext cx="2011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Core I9 14900HX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476BB-E259-41FA-A251-D85717ADB947}"/>
              </a:ext>
            </a:extLst>
          </p:cNvPr>
          <p:cNvSpPr txBox="1"/>
          <p:nvPr/>
        </p:nvSpPr>
        <p:spPr>
          <a:xfrm>
            <a:off x="2194191" y="3762374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157W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BD889B-7AF6-4BD3-A958-988F737FCE90}"/>
              </a:ext>
            </a:extLst>
          </p:cNvPr>
          <p:cNvSpPr txBox="1"/>
          <p:nvPr/>
        </p:nvSpPr>
        <p:spPr>
          <a:xfrm>
            <a:off x="673105" y="2505771"/>
            <a:ext cx="2004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Ryzen 9 9955HX3D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23A588-FE7B-4154-AAB5-05FEBE051310}"/>
              </a:ext>
            </a:extLst>
          </p:cNvPr>
          <p:cNvSpPr txBox="1"/>
          <p:nvPr/>
        </p:nvSpPr>
        <p:spPr>
          <a:xfrm>
            <a:off x="2186954" y="258604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101W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5280C5-3946-4371-ABF3-42E1565C577A}"/>
              </a:ext>
            </a:extLst>
          </p:cNvPr>
          <p:cNvSpPr txBox="1"/>
          <p:nvPr/>
        </p:nvSpPr>
        <p:spPr>
          <a:xfrm>
            <a:off x="696775" y="3299769"/>
            <a:ext cx="13981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Lion Cove(P-cores) Skymont(E-cores)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CE2C81-4C92-4519-A995-1E4801DFFB4F}"/>
              </a:ext>
            </a:extLst>
          </p:cNvPr>
          <p:cNvSpPr txBox="1"/>
          <p:nvPr/>
        </p:nvSpPr>
        <p:spPr>
          <a:xfrm>
            <a:off x="696046" y="3888552"/>
            <a:ext cx="15878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Raptor Cove(P-cores) Gracemont(E-cores)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834ABE-DFA5-40BA-97F1-476CCF20B6C2}"/>
              </a:ext>
            </a:extLst>
          </p:cNvPr>
          <p:cNvSpPr txBox="1"/>
          <p:nvPr/>
        </p:nvSpPr>
        <p:spPr>
          <a:xfrm>
            <a:off x="688332" y="2728598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Zen5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583CEE-43EF-44E8-B0C5-DEEE0E112460}"/>
              </a:ext>
            </a:extLst>
          </p:cNvPr>
          <p:cNvSpPr txBox="1"/>
          <p:nvPr/>
        </p:nvSpPr>
        <p:spPr>
          <a:xfrm>
            <a:off x="681984" y="4508041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D0ACA4-A7B8-4E2B-AAAE-DD80A02068B6}"/>
              </a:ext>
            </a:extLst>
          </p:cNvPr>
          <p:cNvSpPr txBox="1"/>
          <p:nvPr/>
        </p:nvSpPr>
        <p:spPr>
          <a:xfrm>
            <a:off x="688332" y="2187873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Zen5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EDB521-36C5-4580-B88F-78C1596EF66B}"/>
              </a:ext>
            </a:extLst>
          </p:cNvPr>
          <p:cNvSpPr txBox="1"/>
          <p:nvPr/>
        </p:nvSpPr>
        <p:spPr>
          <a:xfrm>
            <a:off x="673105" y="5928585"/>
            <a:ext cx="2096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Qualcomm Snapdragon X2 Elite Extreme (X2E-96-100)</a:t>
            </a:r>
            <a:endParaRPr lang="en-GB" altLang="zh-TW" sz="9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D41526-D023-405C-9776-1424F9056F26}"/>
              </a:ext>
            </a:extLst>
          </p:cNvPr>
          <p:cNvSpPr txBox="1"/>
          <p:nvPr/>
        </p:nvSpPr>
        <p:spPr>
          <a:xfrm>
            <a:off x="2220385" y="603356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96W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122B85-4D3D-435A-B040-CF3DA2B5A7D4}"/>
              </a:ext>
            </a:extLst>
          </p:cNvPr>
          <p:cNvSpPr txBox="1"/>
          <p:nvPr/>
        </p:nvSpPr>
        <p:spPr>
          <a:xfrm>
            <a:off x="688947" y="6297917"/>
            <a:ext cx="1244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3</a:t>
            </a:r>
            <a:r>
              <a:rPr lang="en-US" altLang="zh-TW" sz="600" i="0" baseline="300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</a:t>
            </a:r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 Gen QualcommOryon CPU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E98C47-BFCB-4FAA-9E82-E864346245B0}"/>
              </a:ext>
            </a:extLst>
          </p:cNvPr>
          <p:cNvSpPr txBox="1"/>
          <p:nvPr/>
        </p:nvSpPr>
        <p:spPr>
          <a:xfrm>
            <a:off x="2842546" y="1551224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en-US" altLang="zh-CN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Ryzen AI Max+ 395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为基准。 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92F12C-5C65-4995-823D-FEBC963E93F1}"/>
              </a:ext>
            </a:extLst>
          </p:cNvPr>
          <p:cNvSpPr txBox="1"/>
          <p:nvPr/>
        </p:nvSpPr>
        <p:spPr>
          <a:xfrm>
            <a:off x="10258710" y="1531777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分数越高越好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。 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ACBE2A-B87D-40C2-9FC6-3763F4F3A6E3}"/>
              </a:ext>
            </a:extLst>
          </p:cNvPr>
          <p:cNvSpPr txBox="1"/>
          <p:nvPr/>
        </p:nvSpPr>
        <p:spPr>
          <a:xfrm>
            <a:off x="3059116" y="6394066"/>
            <a:ext cx="425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80F7DF-F017-4A4B-AF82-1EF5756E3DD3}"/>
              </a:ext>
            </a:extLst>
          </p:cNvPr>
          <p:cNvSpPr txBox="1"/>
          <p:nvPr/>
        </p:nvSpPr>
        <p:spPr>
          <a:xfrm>
            <a:off x="9449149" y="6373704"/>
            <a:ext cx="481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100</a:t>
            </a:r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21B772-B752-48C0-9F7D-DB04B1A416E7}"/>
              </a:ext>
            </a:extLst>
          </p:cNvPr>
          <p:cNvSpPr txBox="1"/>
          <p:nvPr/>
        </p:nvSpPr>
        <p:spPr>
          <a:xfrm>
            <a:off x="10913437" y="6373704"/>
            <a:ext cx="481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120</a:t>
            </a:r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026C85-9D4A-4EDF-ADC0-812502B65EC9}"/>
              </a:ext>
            </a:extLst>
          </p:cNvPr>
          <p:cNvSpPr/>
          <p:nvPr/>
        </p:nvSpPr>
        <p:spPr>
          <a:xfrm>
            <a:off x="2852264" y="2042653"/>
            <a:ext cx="6844186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5570F7-8758-4C5D-9376-383EA9A301E4}"/>
              </a:ext>
            </a:extLst>
          </p:cNvPr>
          <p:cNvSpPr txBox="1"/>
          <p:nvPr/>
        </p:nvSpPr>
        <p:spPr>
          <a:xfrm>
            <a:off x="9038902" y="1968090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33960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A48DE01-B20B-491C-8F44-A8E0C38902E2}"/>
              </a:ext>
            </a:extLst>
          </p:cNvPr>
          <p:cNvSpPr/>
          <p:nvPr/>
        </p:nvSpPr>
        <p:spPr>
          <a:xfrm>
            <a:off x="2851801" y="2597717"/>
            <a:ext cx="6938576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5A70C8-D44F-4F96-B5C1-26536AD36697}"/>
              </a:ext>
            </a:extLst>
          </p:cNvPr>
          <p:cNvSpPr txBox="1"/>
          <p:nvPr/>
        </p:nvSpPr>
        <p:spPr>
          <a:xfrm>
            <a:off x="9131558" y="2521655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38400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D878FC2-9AD4-438E-84B6-A8B939E6321A}"/>
              </a:ext>
            </a:extLst>
          </p:cNvPr>
          <p:cNvSpPr/>
          <p:nvPr/>
        </p:nvSpPr>
        <p:spPr>
          <a:xfrm>
            <a:off x="2849783" y="3193781"/>
            <a:ext cx="6944298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701637-8657-4770-844A-CCF1BEF14E4F}"/>
              </a:ext>
            </a:extLst>
          </p:cNvPr>
          <p:cNvSpPr txBox="1"/>
          <p:nvPr/>
        </p:nvSpPr>
        <p:spPr>
          <a:xfrm>
            <a:off x="9131558" y="311188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38963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01E6B7D-D63E-4562-B237-C7E575458B7B}"/>
              </a:ext>
            </a:extLst>
          </p:cNvPr>
          <p:cNvSpPr/>
          <p:nvPr/>
        </p:nvSpPr>
        <p:spPr>
          <a:xfrm>
            <a:off x="2849783" y="3763339"/>
            <a:ext cx="6820473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B781D4-C59E-4D64-9CFD-ED4FFAAF97FE}"/>
              </a:ext>
            </a:extLst>
          </p:cNvPr>
          <p:cNvSpPr txBox="1"/>
          <p:nvPr/>
        </p:nvSpPr>
        <p:spPr>
          <a:xfrm>
            <a:off x="8989215" y="3676785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33619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E5A7442-E619-4F3B-B8C0-C064B719EC7A}"/>
              </a:ext>
            </a:extLst>
          </p:cNvPr>
          <p:cNvSpPr/>
          <p:nvPr/>
        </p:nvSpPr>
        <p:spPr>
          <a:xfrm>
            <a:off x="2849783" y="4368200"/>
            <a:ext cx="2503267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142720-697B-47F2-BB6F-3704FC28F06A}"/>
              </a:ext>
            </a:extLst>
          </p:cNvPr>
          <p:cNvSpPr txBox="1"/>
          <p:nvPr/>
        </p:nvSpPr>
        <p:spPr>
          <a:xfrm>
            <a:off x="4690527" y="4286300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13471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EE2C2F3-F202-4DDD-BAC5-06114FD11145}"/>
              </a:ext>
            </a:extLst>
          </p:cNvPr>
          <p:cNvSpPr/>
          <p:nvPr/>
        </p:nvSpPr>
        <p:spPr>
          <a:xfrm>
            <a:off x="2849783" y="4967958"/>
            <a:ext cx="4537853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F372F88-0947-4190-8C56-AC0D02ED373B}"/>
              </a:ext>
            </a:extLst>
          </p:cNvPr>
          <p:cNvSpPr/>
          <p:nvPr/>
        </p:nvSpPr>
        <p:spPr>
          <a:xfrm>
            <a:off x="2849783" y="5541414"/>
            <a:ext cx="5427442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929964A-4BA7-4C6D-BD84-8CDA1DDA7EE5}"/>
              </a:ext>
            </a:extLst>
          </p:cNvPr>
          <p:cNvSpPr/>
          <p:nvPr/>
        </p:nvSpPr>
        <p:spPr>
          <a:xfrm>
            <a:off x="2849783" y="6028635"/>
            <a:ext cx="4703541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1A1904-EAD6-496A-83D9-B23AD7B7982F}"/>
              </a:ext>
            </a:extLst>
          </p:cNvPr>
          <p:cNvSpPr txBox="1"/>
          <p:nvPr/>
        </p:nvSpPr>
        <p:spPr>
          <a:xfrm>
            <a:off x="6720699" y="4888609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23105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655C0F-1360-4AE8-936E-4EFE0CA403C5}"/>
              </a:ext>
            </a:extLst>
          </p:cNvPr>
          <p:cNvSpPr txBox="1"/>
          <p:nvPr/>
        </p:nvSpPr>
        <p:spPr>
          <a:xfrm>
            <a:off x="7591570" y="5456513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27399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8F4CA-A0CC-486C-8739-346FFE4CFB03}"/>
              </a:ext>
            </a:extLst>
          </p:cNvPr>
          <p:cNvSpPr txBox="1"/>
          <p:nvPr/>
        </p:nvSpPr>
        <p:spPr>
          <a:xfrm>
            <a:off x="6870825" y="5941813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24082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E30802F-E691-43A4-AF4B-20EAE5AC89CC}"/>
              </a:ext>
            </a:extLst>
          </p:cNvPr>
          <p:cNvSpPr txBox="1"/>
          <p:nvPr/>
        </p:nvSpPr>
        <p:spPr>
          <a:xfrm>
            <a:off x="7579517" y="6059389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70.91%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7B56D8-8050-4F7A-8D44-D1C401FD7F91}"/>
              </a:ext>
            </a:extLst>
          </p:cNvPr>
          <p:cNvSpPr txBox="1"/>
          <p:nvPr/>
        </p:nvSpPr>
        <p:spPr>
          <a:xfrm>
            <a:off x="8236891" y="555885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80.68%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AA4DF8-85D9-46A1-958F-BFCA529722F9}"/>
              </a:ext>
            </a:extLst>
          </p:cNvPr>
          <p:cNvSpPr txBox="1"/>
          <p:nvPr/>
        </p:nvSpPr>
        <p:spPr>
          <a:xfrm>
            <a:off x="7333969" y="4996226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68.04%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E16638-AE1C-49EE-87B1-C45AD5E87461}"/>
              </a:ext>
            </a:extLst>
          </p:cNvPr>
          <p:cNvSpPr txBox="1"/>
          <p:nvPr/>
        </p:nvSpPr>
        <p:spPr>
          <a:xfrm>
            <a:off x="5309480" y="439910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39.67%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68576F-E143-46F7-B923-38FC9CFE4B9A}"/>
              </a:ext>
            </a:extLst>
          </p:cNvPr>
          <p:cNvSpPr txBox="1"/>
          <p:nvPr/>
        </p:nvSpPr>
        <p:spPr>
          <a:xfrm>
            <a:off x="9613426" y="3751650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98.99%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B89264-48CC-469F-B9E7-EFD3DA2917DD}"/>
              </a:ext>
            </a:extLst>
          </p:cNvPr>
          <p:cNvSpPr txBox="1"/>
          <p:nvPr/>
        </p:nvSpPr>
        <p:spPr>
          <a:xfrm>
            <a:off x="9752708" y="322894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114.73%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CCD4A2C-9C21-4E16-BF04-1028AEE19B79}"/>
              </a:ext>
            </a:extLst>
          </p:cNvPr>
          <p:cNvSpPr txBox="1"/>
          <p:nvPr/>
        </p:nvSpPr>
        <p:spPr>
          <a:xfrm>
            <a:off x="9749005" y="2620159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113.07%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21C079-6158-4311-8BC6-0A054071E7B9}"/>
              </a:ext>
            </a:extLst>
          </p:cNvPr>
          <p:cNvSpPr txBox="1"/>
          <p:nvPr/>
        </p:nvSpPr>
        <p:spPr>
          <a:xfrm>
            <a:off x="9648338" y="2078626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>
                    <a:lumMod val="9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GB" altLang="zh-TW" sz="700" b="1" dirty="0">
              <a:solidFill>
                <a:schemeClr val="bg1">
                  <a:lumMod val="9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E590FB-C486-4ADE-9CAA-27F4CB326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851" y="224427"/>
            <a:ext cx="1553803" cy="8720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6D4ABF7-256C-4F43-AC93-3AFA346A7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9" y="2493001"/>
            <a:ext cx="537594" cy="3583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4D0E8B-B53D-4CAB-B2AD-76AFCAD73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26" y="6041433"/>
            <a:ext cx="246967" cy="2469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9EE4C5-2522-47DB-AB7A-E317BA0B54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50" y="3119839"/>
            <a:ext cx="287546" cy="2882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8DD1872-F410-4B16-978E-60A60E889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24" y="1977524"/>
            <a:ext cx="537594" cy="3583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D79D677-2FA0-4C51-A112-33F7B5790F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39" y="3689075"/>
            <a:ext cx="277777" cy="2777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9363736-46FF-4E14-9656-506CD4E044E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0" t="25177" r="66591" b="23957"/>
          <a:stretch/>
        </p:blipFill>
        <p:spPr>
          <a:xfrm>
            <a:off x="389122" y="4354192"/>
            <a:ext cx="277777" cy="27777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853B379-290C-4F0E-95AC-6EAA577EFFB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35" t="25345" r="35716" b="24390"/>
          <a:stretch/>
        </p:blipFill>
        <p:spPr>
          <a:xfrm>
            <a:off x="395436" y="4924128"/>
            <a:ext cx="271463" cy="274496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A50ADE91-BEB6-4938-B6E4-CD9182BC881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3" t="25964" r="5645" b="24180"/>
          <a:stretch/>
        </p:blipFill>
        <p:spPr>
          <a:xfrm>
            <a:off x="401037" y="5486646"/>
            <a:ext cx="265862" cy="272262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DE4E0C35-292F-4657-A73E-3F5D958F8926}"/>
              </a:ext>
            </a:extLst>
          </p:cNvPr>
          <p:cNvSpPr txBox="1"/>
          <p:nvPr/>
        </p:nvSpPr>
        <p:spPr>
          <a:xfrm>
            <a:off x="681984" y="5112545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D0D0020-3394-44D8-B389-2F3E9EAC5508}"/>
              </a:ext>
            </a:extLst>
          </p:cNvPr>
          <p:cNvSpPr txBox="1"/>
          <p:nvPr/>
        </p:nvSpPr>
        <p:spPr>
          <a:xfrm>
            <a:off x="681984" y="5697959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A96238C-DB21-4B55-A228-97324D3A2300}"/>
              </a:ext>
            </a:extLst>
          </p:cNvPr>
          <p:cNvSpPr txBox="1"/>
          <p:nvPr/>
        </p:nvSpPr>
        <p:spPr>
          <a:xfrm>
            <a:off x="4212541" y="576622"/>
            <a:ext cx="4375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Multi Core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多核分数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89033CE-DB8D-48B1-807D-10730AAB800B}"/>
              </a:ext>
            </a:extLst>
          </p:cNvPr>
          <p:cNvSpPr txBox="1"/>
          <p:nvPr/>
        </p:nvSpPr>
        <p:spPr>
          <a:xfrm>
            <a:off x="2164692" y="2188582"/>
            <a:ext cx="7429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N4P(4nm)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65A16AE-77DD-4FCB-A5B0-EBADE000B297}"/>
              </a:ext>
            </a:extLst>
          </p:cNvPr>
          <p:cNvSpPr txBox="1"/>
          <p:nvPr/>
        </p:nvSpPr>
        <p:spPr>
          <a:xfrm>
            <a:off x="2170993" y="2720437"/>
            <a:ext cx="75981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N4P(4nm)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DEAFC1D-DCF6-4EA6-A30E-072FB21AEDB7}"/>
              </a:ext>
            </a:extLst>
          </p:cNvPr>
          <p:cNvSpPr txBox="1"/>
          <p:nvPr/>
        </p:nvSpPr>
        <p:spPr>
          <a:xfrm>
            <a:off x="2167847" y="3333202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N3B(3nm)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26E4554-98D4-464F-88C5-56D57C7F06CD}"/>
              </a:ext>
            </a:extLst>
          </p:cNvPr>
          <p:cNvSpPr txBox="1"/>
          <p:nvPr/>
        </p:nvSpPr>
        <p:spPr>
          <a:xfrm>
            <a:off x="2295348" y="3910831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Intel7(10nm)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E5DA3A-38E2-4056-A691-0359AE81B6C7}"/>
              </a:ext>
            </a:extLst>
          </p:cNvPr>
          <p:cNvSpPr txBox="1"/>
          <p:nvPr/>
        </p:nvSpPr>
        <p:spPr>
          <a:xfrm>
            <a:off x="2170993" y="4494462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N3E(3nm)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21AC43-A7AC-4B3E-B2CD-F1697033229E}"/>
              </a:ext>
            </a:extLst>
          </p:cNvPr>
          <p:cNvSpPr txBox="1"/>
          <p:nvPr/>
        </p:nvSpPr>
        <p:spPr>
          <a:xfrm>
            <a:off x="2180662" y="5056404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N3E(3nm)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1D91951-225A-4626-BBD6-E050E6967F8B}"/>
              </a:ext>
            </a:extLst>
          </p:cNvPr>
          <p:cNvSpPr txBox="1"/>
          <p:nvPr/>
        </p:nvSpPr>
        <p:spPr>
          <a:xfrm>
            <a:off x="2177494" y="5659806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N3E(3nm)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4F9A9A2-955C-4DF4-A9EE-EDF2784F715D}"/>
              </a:ext>
            </a:extLst>
          </p:cNvPr>
          <p:cNvSpPr txBox="1"/>
          <p:nvPr/>
        </p:nvSpPr>
        <p:spPr>
          <a:xfrm>
            <a:off x="2171548" y="6307484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N3P(3nm)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A6849DD-1324-4A05-80D2-D4AA2865D5A0}"/>
              </a:ext>
            </a:extLst>
          </p:cNvPr>
          <p:cNvSpPr txBox="1"/>
          <p:nvPr/>
        </p:nvSpPr>
        <p:spPr>
          <a:xfrm>
            <a:off x="2842546" y="1390747"/>
            <a:ext cx="765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*N3B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第一代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3nm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技术节点，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N3E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第二代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3nm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技术节点，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N3P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第三代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3nm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技术节点。</a:t>
            </a:r>
            <a:endParaRPr lang="en-GB" altLang="zh-TW" sz="12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597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E51A51-B4BA-4D7A-BB30-CC47C29451F0}"/>
              </a:ext>
            </a:extLst>
          </p:cNvPr>
          <p:cNvSpPr txBox="1"/>
          <p:nvPr/>
        </p:nvSpPr>
        <p:spPr>
          <a:xfrm>
            <a:off x="322801" y="258437"/>
            <a:ext cx="4375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4000" b="1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Cinebench</a:t>
            </a:r>
            <a:r>
              <a:rPr lang="en-US" altLang="zh-TW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 R23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51C5D-9E5B-4A89-8877-405FE7F1E5A5}"/>
              </a:ext>
            </a:extLst>
          </p:cNvPr>
          <p:cNvCxnSpPr>
            <a:cxnSpLocks/>
          </p:cNvCxnSpPr>
          <p:nvPr/>
        </p:nvCxnSpPr>
        <p:spPr>
          <a:xfrm>
            <a:off x="1903247" y="878217"/>
            <a:ext cx="192757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E4674A-02BB-45A5-A9F0-404A4C510D2B}"/>
              </a:ext>
            </a:extLst>
          </p:cNvPr>
          <p:cNvCxnSpPr>
            <a:cxnSpLocks/>
          </p:cNvCxnSpPr>
          <p:nvPr/>
        </p:nvCxnSpPr>
        <p:spPr>
          <a:xfrm>
            <a:off x="3145336" y="940673"/>
            <a:ext cx="685481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F0DE90-E2E2-417D-95FB-7F5B24BD7277}"/>
              </a:ext>
            </a:extLst>
          </p:cNvPr>
          <p:cNvSpPr/>
          <p:nvPr/>
        </p:nvSpPr>
        <p:spPr>
          <a:xfrm>
            <a:off x="141595" y="1386161"/>
            <a:ext cx="11719559" cy="539304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6166A1-1BD0-4E0B-A8F0-4866AAE91177}"/>
              </a:ext>
            </a:extLst>
          </p:cNvPr>
          <p:cNvSpPr txBox="1"/>
          <p:nvPr/>
        </p:nvSpPr>
        <p:spPr>
          <a:xfrm>
            <a:off x="673105" y="1959691"/>
            <a:ext cx="2004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Ryzen AI Max+ 395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D08DE-A1A7-4B32-9787-20BFF25C3A67}"/>
              </a:ext>
            </a:extLst>
          </p:cNvPr>
          <p:cNvSpPr/>
          <p:nvPr/>
        </p:nvSpPr>
        <p:spPr>
          <a:xfrm>
            <a:off x="2913485" y="1799534"/>
            <a:ext cx="8579834" cy="463778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929964A-4BA7-4C6D-BD84-8CDA1DDA7EE5}"/>
              </a:ext>
            </a:extLst>
          </p:cNvPr>
          <p:cNvSpPr/>
          <p:nvPr/>
        </p:nvSpPr>
        <p:spPr>
          <a:xfrm>
            <a:off x="2920722" y="6028635"/>
            <a:ext cx="6756678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4E57A5B-6EC1-4BCB-8543-A3A2C9232F8E}"/>
              </a:ext>
            </a:extLst>
          </p:cNvPr>
          <p:cNvSpPr/>
          <p:nvPr/>
        </p:nvSpPr>
        <p:spPr>
          <a:xfrm>
            <a:off x="2923260" y="2588732"/>
            <a:ext cx="7316935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D93D8B9-C264-43AE-AAA4-639606615B4B}"/>
              </a:ext>
            </a:extLst>
          </p:cNvPr>
          <p:cNvSpPr/>
          <p:nvPr/>
        </p:nvSpPr>
        <p:spPr>
          <a:xfrm>
            <a:off x="2923260" y="3184796"/>
            <a:ext cx="759316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406692E-F015-473D-B751-5834487CE456}"/>
              </a:ext>
            </a:extLst>
          </p:cNvPr>
          <p:cNvSpPr/>
          <p:nvPr/>
        </p:nvSpPr>
        <p:spPr>
          <a:xfrm>
            <a:off x="2923260" y="3754354"/>
            <a:ext cx="7407422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BB216F3-4E44-47F2-B81E-37B0F336B051}"/>
              </a:ext>
            </a:extLst>
          </p:cNvPr>
          <p:cNvSpPr/>
          <p:nvPr/>
        </p:nvSpPr>
        <p:spPr>
          <a:xfrm>
            <a:off x="2923990" y="4359215"/>
            <a:ext cx="7306679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E8DD10B-B7C8-4792-9109-79468876962F}"/>
              </a:ext>
            </a:extLst>
          </p:cNvPr>
          <p:cNvSpPr/>
          <p:nvPr/>
        </p:nvSpPr>
        <p:spPr>
          <a:xfrm>
            <a:off x="2923260" y="4958973"/>
            <a:ext cx="768841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FDE4F5F-6E06-4C1D-9C43-E3B95FF26E3C}"/>
              </a:ext>
            </a:extLst>
          </p:cNvPr>
          <p:cNvSpPr/>
          <p:nvPr/>
        </p:nvSpPr>
        <p:spPr>
          <a:xfrm>
            <a:off x="2923260" y="5532429"/>
            <a:ext cx="7731272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60DF4-79B0-48CF-A916-FF7BC3DEED04}"/>
              </a:ext>
            </a:extLst>
          </p:cNvPr>
          <p:cNvSpPr txBox="1"/>
          <p:nvPr/>
        </p:nvSpPr>
        <p:spPr>
          <a:xfrm>
            <a:off x="677064" y="4273689"/>
            <a:ext cx="210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(10-core)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D1BC6F-957D-4A1C-96F0-F3A89643A766}"/>
              </a:ext>
            </a:extLst>
          </p:cNvPr>
          <p:cNvSpPr txBox="1"/>
          <p:nvPr/>
        </p:nvSpPr>
        <p:spPr>
          <a:xfrm>
            <a:off x="2200754" y="4363372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40W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F50F0C-FDAD-45EC-B2B1-9F083D823100}"/>
              </a:ext>
            </a:extLst>
          </p:cNvPr>
          <p:cNvSpPr txBox="1"/>
          <p:nvPr/>
        </p:nvSpPr>
        <p:spPr>
          <a:xfrm>
            <a:off x="677064" y="4874269"/>
            <a:ext cx="2092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Pro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477390-0C18-44AA-9A65-2285F182B36E}"/>
              </a:ext>
            </a:extLst>
          </p:cNvPr>
          <p:cNvSpPr txBox="1"/>
          <p:nvPr/>
        </p:nvSpPr>
        <p:spPr>
          <a:xfrm>
            <a:off x="2215720" y="4961292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46W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7CA938-D194-4CBB-867C-D96DD3CFA8BD}"/>
              </a:ext>
            </a:extLst>
          </p:cNvPr>
          <p:cNvSpPr txBox="1"/>
          <p:nvPr/>
        </p:nvSpPr>
        <p:spPr>
          <a:xfrm>
            <a:off x="673105" y="5466739"/>
            <a:ext cx="2096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Max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3C7106-F499-41F5-A10B-8A42D8978EE6}"/>
              </a:ext>
            </a:extLst>
          </p:cNvPr>
          <p:cNvSpPr txBox="1"/>
          <p:nvPr/>
        </p:nvSpPr>
        <p:spPr>
          <a:xfrm>
            <a:off x="2220385" y="5551630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70W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F9E96-B9D4-4803-B5F0-CD92EB49B902}"/>
              </a:ext>
            </a:extLst>
          </p:cNvPr>
          <p:cNvSpPr txBox="1"/>
          <p:nvPr/>
        </p:nvSpPr>
        <p:spPr>
          <a:xfrm>
            <a:off x="2186954" y="204131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120W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88BD8D-54FA-4314-8F5E-A275995BC469}"/>
              </a:ext>
            </a:extLst>
          </p:cNvPr>
          <p:cNvSpPr txBox="1"/>
          <p:nvPr/>
        </p:nvSpPr>
        <p:spPr>
          <a:xfrm>
            <a:off x="673105" y="3092321"/>
            <a:ext cx="2061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Core Ultra 9 285HX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943E66-356B-4F03-BBAC-99608EC00BD2}"/>
              </a:ext>
            </a:extLst>
          </p:cNvPr>
          <p:cNvSpPr txBox="1"/>
          <p:nvPr/>
        </p:nvSpPr>
        <p:spPr>
          <a:xfrm>
            <a:off x="2194191" y="317394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160W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4E41FA-E469-4DD6-A96D-135ABCD1F9B1}"/>
              </a:ext>
            </a:extLst>
          </p:cNvPr>
          <p:cNvSpPr txBox="1"/>
          <p:nvPr/>
        </p:nvSpPr>
        <p:spPr>
          <a:xfrm>
            <a:off x="679231" y="3666621"/>
            <a:ext cx="2011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Core I9 14900HX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476BB-E259-41FA-A251-D85717ADB947}"/>
              </a:ext>
            </a:extLst>
          </p:cNvPr>
          <p:cNvSpPr txBox="1"/>
          <p:nvPr/>
        </p:nvSpPr>
        <p:spPr>
          <a:xfrm>
            <a:off x="2194191" y="3762374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157W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BD889B-7AF6-4BD3-A958-988F737FCE90}"/>
              </a:ext>
            </a:extLst>
          </p:cNvPr>
          <p:cNvSpPr txBox="1"/>
          <p:nvPr/>
        </p:nvSpPr>
        <p:spPr>
          <a:xfrm>
            <a:off x="673105" y="2505771"/>
            <a:ext cx="2004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Ryzen 9 9955HX3D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23A588-FE7B-4154-AAB5-05FEBE051310}"/>
              </a:ext>
            </a:extLst>
          </p:cNvPr>
          <p:cNvSpPr txBox="1"/>
          <p:nvPr/>
        </p:nvSpPr>
        <p:spPr>
          <a:xfrm>
            <a:off x="2186954" y="258604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101W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5280C5-3946-4371-ABF3-42E1565C577A}"/>
              </a:ext>
            </a:extLst>
          </p:cNvPr>
          <p:cNvSpPr txBox="1"/>
          <p:nvPr/>
        </p:nvSpPr>
        <p:spPr>
          <a:xfrm>
            <a:off x="696775" y="3299769"/>
            <a:ext cx="13981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Lion Cove(P-cores) Skymont(E-cores)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CE2C81-4C92-4519-A995-1E4801DFFB4F}"/>
              </a:ext>
            </a:extLst>
          </p:cNvPr>
          <p:cNvSpPr txBox="1"/>
          <p:nvPr/>
        </p:nvSpPr>
        <p:spPr>
          <a:xfrm>
            <a:off x="696046" y="3888552"/>
            <a:ext cx="15878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Raptor Cove(P-cores) Gracemont(E-cores)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834ABE-DFA5-40BA-97F1-476CCF20B6C2}"/>
              </a:ext>
            </a:extLst>
          </p:cNvPr>
          <p:cNvSpPr txBox="1"/>
          <p:nvPr/>
        </p:nvSpPr>
        <p:spPr>
          <a:xfrm>
            <a:off x="688332" y="2728598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Zen5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583CEE-43EF-44E8-B0C5-DEEE0E112460}"/>
              </a:ext>
            </a:extLst>
          </p:cNvPr>
          <p:cNvSpPr txBox="1"/>
          <p:nvPr/>
        </p:nvSpPr>
        <p:spPr>
          <a:xfrm>
            <a:off x="681984" y="4508041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D0ACA4-A7B8-4E2B-AAAE-DD80A02068B6}"/>
              </a:ext>
            </a:extLst>
          </p:cNvPr>
          <p:cNvSpPr txBox="1"/>
          <p:nvPr/>
        </p:nvSpPr>
        <p:spPr>
          <a:xfrm>
            <a:off x="688332" y="2187873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Zen5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EDB521-36C5-4580-B88F-78C1596EF66B}"/>
              </a:ext>
            </a:extLst>
          </p:cNvPr>
          <p:cNvSpPr txBox="1"/>
          <p:nvPr/>
        </p:nvSpPr>
        <p:spPr>
          <a:xfrm>
            <a:off x="673105" y="5928585"/>
            <a:ext cx="2096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Qualcomm Snapdragon X2 Elite Extreme (X2E-96-100)</a:t>
            </a:r>
            <a:endParaRPr lang="en-GB" altLang="zh-TW" sz="9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D41526-D023-405C-9776-1424F9056F26}"/>
              </a:ext>
            </a:extLst>
          </p:cNvPr>
          <p:cNvSpPr txBox="1"/>
          <p:nvPr/>
        </p:nvSpPr>
        <p:spPr>
          <a:xfrm>
            <a:off x="2220385" y="603356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96W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122B85-4D3D-435A-B040-CF3DA2B5A7D4}"/>
              </a:ext>
            </a:extLst>
          </p:cNvPr>
          <p:cNvSpPr txBox="1"/>
          <p:nvPr/>
        </p:nvSpPr>
        <p:spPr>
          <a:xfrm>
            <a:off x="688947" y="6297917"/>
            <a:ext cx="1244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3</a:t>
            </a:r>
            <a:r>
              <a:rPr lang="en-US" altLang="zh-TW" sz="600" i="0" baseline="300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</a:t>
            </a:r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 Gen QualcommOryon CPU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E98C47-BFCB-4FAA-9E82-E864346245B0}"/>
              </a:ext>
            </a:extLst>
          </p:cNvPr>
          <p:cNvSpPr txBox="1"/>
          <p:nvPr/>
        </p:nvSpPr>
        <p:spPr>
          <a:xfrm>
            <a:off x="2842546" y="1551224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en-US" altLang="zh-CN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Ryzen AI Max+ 395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为基准。 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92F12C-5C65-4995-823D-FEBC963E93F1}"/>
              </a:ext>
            </a:extLst>
          </p:cNvPr>
          <p:cNvSpPr txBox="1"/>
          <p:nvPr/>
        </p:nvSpPr>
        <p:spPr>
          <a:xfrm>
            <a:off x="10258710" y="1531777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分数越高越好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。 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ACBE2A-B87D-40C2-9FC6-3763F4F3A6E3}"/>
              </a:ext>
            </a:extLst>
          </p:cNvPr>
          <p:cNvSpPr txBox="1"/>
          <p:nvPr/>
        </p:nvSpPr>
        <p:spPr>
          <a:xfrm>
            <a:off x="3059116" y="6394066"/>
            <a:ext cx="425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80F7DF-F017-4A4B-AF82-1EF5756E3DD3}"/>
              </a:ext>
            </a:extLst>
          </p:cNvPr>
          <p:cNvSpPr txBox="1"/>
          <p:nvPr/>
        </p:nvSpPr>
        <p:spPr>
          <a:xfrm>
            <a:off x="9449149" y="6373704"/>
            <a:ext cx="481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100</a:t>
            </a:r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21B772-B752-48C0-9F7D-DB04B1A416E7}"/>
              </a:ext>
            </a:extLst>
          </p:cNvPr>
          <p:cNvSpPr txBox="1"/>
          <p:nvPr/>
        </p:nvSpPr>
        <p:spPr>
          <a:xfrm>
            <a:off x="10913437" y="6373704"/>
            <a:ext cx="481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120</a:t>
            </a:r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026C85-9D4A-4EDF-ADC0-812502B65EC9}"/>
              </a:ext>
            </a:extLst>
          </p:cNvPr>
          <p:cNvSpPr/>
          <p:nvPr/>
        </p:nvSpPr>
        <p:spPr>
          <a:xfrm>
            <a:off x="2920722" y="2042653"/>
            <a:ext cx="6775727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5570F7-8758-4C5D-9376-383EA9A301E4}"/>
              </a:ext>
            </a:extLst>
          </p:cNvPr>
          <p:cNvSpPr txBox="1"/>
          <p:nvPr/>
        </p:nvSpPr>
        <p:spPr>
          <a:xfrm>
            <a:off x="9131558" y="1958204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2034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5A70C8-D44F-4F96-B5C1-26536AD36697}"/>
              </a:ext>
            </a:extLst>
          </p:cNvPr>
          <p:cNvSpPr txBox="1"/>
          <p:nvPr/>
        </p:nvSpPr>
        <p:spPr>
          <a:xfrm>
            <a:off x="9673573" y="2513310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2166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701637-8657-4770-844A-CCF1BEF14E4F}"/>
              </a:ext>
            </a:extLst>
          </p:cNvPr>
          <p:cNvSpPr txBox="1"/>
          <p:nvPr/>
        </p:nvSpPr>
        <p:spPr>
          <a:xfrm>
            <a:off x="9953475" y="309677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2244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B781D4-C59E-4D64-9CFD-ED4FFAAF97FE}"/>
              </a:ext>
            </a:extLst>
          </p:cNvPr>
          <p:cNvSpPr txBox="1"/>
          <p:nvPr/>
        </p:nvSpPr>
        <p:spPr>
          <a:xfrm>
            <a:off x="9771926" y="3669059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2183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142720-697B-47F2-BB6F-3704FC28F06A}"/>
              </a:ext>
            </a:extLst>
          </p:cNvPr>
          <p:cNvSpPr txBox="1"/>
          <p:nvPr/>
        </p:nvSpPr>
        <p:spPr>
          <a:xfrm>
            <a:off x="9671913" y="4282410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2159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1A1904-EAD6-496A-83D9-B23AD7B7982F}"/>
              </a:ext>
            </a:extLst>
          </p:cNvPr>
          <p:cNvSpPr txBox="1"/>
          <p:nvPr/>
        </p:nvSpPr>
        <p:spPr>
          <a:xfrm>
            <a:off x="10050486" y="4881534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2276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655C0F-1360-4AE8-936E-4EFE0CA403C5}"/>
              </a:ext>
            </a:extLst>
          </p:cNvPr>
          <p:cNvSpPr txBox="1"/>
          <p:nvPr/>
        </p:nvSpPr>
        <p:spPr>
          <a:xfrm>
            <a:off x="10100949" y="5448820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2281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8F4CA-A0CC-486C-8739-346FFE4CFB03}"/>
              </a:ext>
            </a:extLst>
          </p:cNvPr>
          <p:cNvSpPr txBox="1"/>
          <p:nvPr/>
        </p:nvSpPr>
        <p:spPr>
          <a:xfrm>
            <a:off x="9131558" y="5941813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2020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E30802F-E691-43A4-AF4B-20EAE5AC89CC}"/>
              </a:ext>
            </a:extLst>
          </p:cNvPr>
          <p:cNvSpPr txBox="1"/>
          <p:nvPr/>
        </p:nvSpPr>
        <p:spPr>
          <a:xfrm>
            <a:off x="9693779" y="6059389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99.31%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21C079-6158-4311-8BC6-0A054071E7B9}"/>
              </a:ext>
            </a:extLst>
          </p:cNvPr>
          <p:cNvSpPr txBox="1"/>
          <p:nvPr/>
        </p:nvSpPr>
        <p:spPr>
          <a:xfrm>
            <a:off x="9648338" y="2078626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>
                    <a:lumMod val="9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GB" altLang="zh-TW" sz="700" b="1" dirty="0">
              <a:solidFill>
                <a:schemeClr val="bg1">
                  <a:lumMod val="9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E590FB-C486-4ADE-9CAA-27F4CB326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851" y="224427"/>
            <a:ext cx="1553803" cy="8720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6D4ABF7-256C-4F43-AC93-3AFA346A7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9" y="2493001"/>
            <a:ext cx="537594" cy="3583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4D0E8B-B53D-4CAB-B2AD-76AFCAD73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26" y="6041433"/>
            <a:ext cx="246967" cy="2469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9EE4C5-2522-47DB-AB7A-E317BA0B54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50" y="3119839"/>
            <a:ext cx="287546" cy="2882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8DD1872-F410-4B16-978E-60A60E889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24" y="1977524"/>
            <a:ext cx="537594" cy="3583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D79D677-2FA0-4C51-A112-33F7B5790F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39" y="3689075"/>
            <a:ext cx="277777" cy="2777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9363736-46FF-4E14-9656-506CD4E044E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0" t="25177" r="66591" b="23957"/>
          <a:stretch/>
        </p:blipFill>
        <p:spPr>
          <a:xfrm>
            <a:off x="389122" y="4354192"/>
            <a:ext cx="277777" cy="27777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853B379-290C-4F0E-95AC-6EAA577EFFB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35" t="25345" r="35716" b="24390"/>
          <a:stretch/>
        </p:blipFill>
        <p:spPr>
          <a:xfrm>
            <a:off x="395436" y="4924128"/>
            <a:ext cx="271463" cy="274496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A50ADE91-BEB6-4938-B6E4-CD9182BC881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3" t="25964" r="5645" b="24180"/>
          <a:stretch/>
        </p:blipFill>
        <p:spPr>
          <a:xfrm>
            <a:off x="401037" y="5486646"/>
            <a:ext cx="265862" cy="272262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DE4E0C35-292F-4657-A73E-3F5D958F8926}"/>
              </a:ext>
            </a:extLst>
          </p:cNvPr>
          <p:cNvSpPr txBox="1"/>
          <p:nvPr/>
        </p:nvSpPr>
        <p:spPr>
          <a:xfrm>
            <a:off x="681984" y="5112545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D0D0020-3394-44D8-B389-2F3E9EAC5508}"/>
              </a:ext>
            </a:extLst>
          </p:cNvPr>
          <p:cNvSpPr txBox="1"/>
          <p:nvPr/>
        </p:nvSpPr>
        <p:spPr>
          <a:xfrm>
            <a:off x="681984" y="5697959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A96238C-DB21-4B55-A228-97324D3A2300}"/>
              </a:ext>
            </a:extLst>
          </p:cNvPr>
          <p:cNvSpPr txBox="1"/>
          <p:nvPr/>
        </p:nvSpPr>
        <p:spPr>
          <a:xfrm>
            <a:off x="4212541" y="576622"/>
            <a:ext cx="4375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Single Core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单核分数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89033CE-DB8D-48B1-807D-10730AAB800B}"/>
              </a:ext>
            </a:extLst>
          </p:cNvPr>
          <p:cNvSpPr txBox="1"/>
          <p:nvPr/>
        </p:nvSpPr>
        <p:spPr>
          <a:xfrm>
            <a:off x="2164692" y="2188582"/>
            <a:ext cx="7429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N4P(4nm)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65A16AE-77DD-4FCB-A5B0-EBADE000B297}"/>
              </a:ext>
            </a:extLst>
          </p:cNvPr>
          <p:cNvSpPr txBox="1"/>
          <p:nvPr/>
        </p:nvSpPr>
        <p:spPr>
          <a:xfrm>
            <a:off x="2170993" y="2720437"/>
            <a:ext cx="75981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N4P(4nm)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DEAFC1D-DCF6-4EA6-A30E-072FB21AEDB7}"/>
              </a:ext>
            </a:extLst>
          </p:cNvPr>
          <p:cNvSpPr txBox="1"/>
          <p:nvPr/>
        </p:nvSpPr>
        <p:spPr>
          <a:xfrm>
            <a:off x="2167847" y="3333202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N3B(3nm)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26E4554-98D4-464F-88C5-56D57C7F06CD}"/>
              </a:ext>
            </a:extLst>
          </p:cNvPr>
          <p:cNvSpPr txBox="1"/>
          <p:nvPr/>
        </p:nvSpPr>
        <p:spPr>
          <a:xfrm>
            <a:off x="2295348" y="3910831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Intel7(10nm)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E5DA3A-38E2-4056-A691-0359AE81B6C7}"/>
              </a:ext>
            </a:extLst>
          </p:cNvPr>
          <p:cNvSpPr txBox="1"/>
          <p:nvPr/>
        </p:nvSpPr>
        <p:spPr>
          <a:xfrm>
            <a:off x="2170993" y="4494462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N3E(3nm)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21AC43-A7AC-4B3E-B2CD-F1697033229E}"/>
              </a:ext>
            </a:extLst>
          </p:cNvPr>
          <p:cNvSpPr txBox="1"/>
          <p:nvPr/>
        </p:nvSpPr>
        <p:spPr>
          <a:xfrm>
            <a:off x="2180662" y="5056404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N3E(3nm)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1D91951-225A-4626-BBD6-E050E6967F8B}"/>
              </a:ext>
            </a:extLst>
          </p:cNvPr>
          <p:cNvSpPr txBox="1"/>
          <p:nvPr/>
        </p:nvSpPr>
        <p:spPr>
          <a:xfrm>
            <a:off x="2177494" y="5659806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N3E(3nm)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4F9A9A2-955C-4DF4-A9EE-EDF2784F715D}"/>
              </a:ext>
            </a:extLst>
          </p:cNvPr>
          <p:cNvSpPr txBox="1"/>
          <p:nvPr/>
        </p:nvSpPr>
        <p:spPr>
          <a:xfrm>
            <a:off x="2171548" y="6307484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N3P(3nm)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62B3DE1-F58B-4D26-B227-8D8733B76CA6}"/>
              </a:ext>
            </a:extLst>
          </p:cNvPr>
          <p:cNvSpPr txBox="1"/>
          <p:nvPr/>
        </p:nvSpPr>
        <p:spPr>
          <a:xfrm>
            <a:off x="2842546" y="1390747"/>
            <a:ext cx="765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*N3B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第一代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3nm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技术节点，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N3E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第二代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3nm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技术节点，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N3P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第三代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3nm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技术节点。</a:t>
            </a:r>
            <a:endParaRPr lang="en-GB" altLang="zh-TW" sz="12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C24958A-9F23-4DC5-8360-ECEACB2CBE16}"/>
              </a:ext>
            </a:extLst>
          </p:cNvPr>
          <p:cNvSpPr txBox="1"/>
          <p:nvPr/>
        </p:nvSpPr>
        <p:spPr>
          <a:xfrm>
            <a:off x="10591648" y="5549868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112.14%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F40FE7A-EDD9-44AC-8F8B-63552C35F133}"/>
              </a:ext>
            </a:extLst>
          </p:cNvPr>
          <p:cNvSpPr txBox="1"/>
          <p:nvPr/>
        </p:nvSpPr>
        <p:spPr>
          <a:xfrm>
            <a:off x="10576273" y="4987241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111.90%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D76F388-7252-4AA1-A144-B8B2BE2CA99A}"/>
              </a:ext>
            </a:extLst>
          </p:cNvPr>
          <p:cNvSpPr txBox="1"/>
          <p:nvPr/>
        </p:nvSpPr>
        <p:spPr>
          <a:xfrm>
            <a:off x="10204260" y="4390120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106.15%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93F23EE-4380-44EB-9019-143C7F51EFB1}"/>
              </a:ext>
            </a:extLst>
          </p:cNvPr>
          <p:cNvSpPr txBox="1"/>
          <p:nvPr/>
        </p:nvSpPr>
        <p:spPr>
          <a:xfrm>
            <a:off x="10321307" y="3760904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107.33%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0FA7090-932B-4CF5-AA4C-30A783DAA967}"/>
              </a:ext>
            </a:extLst>
          </p:cNvPr>
          <p:cNvSpPr txBox="1"/>
          <p:nvPr/>
        </p:nvSpPr>
        <p:spPr>
          <a:xfrm>
            <a:off x="10532391" y="3219960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110.32%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347DE57-C691-47E1-B6B0-2CA5B6CD3049}"/>
              </a:ext>
            </a:extLst>
          </p:cNvPr>
          <p:cNvSpPr txBox="1"/>
          <p:nvPr/>
        </p:nvSpPr>
        <p:spPr>
          <a:xfrm>
            <a:off x="10252593" y="2611424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106.49%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9984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E51A51-B4BA-4D7A-BB30-CC47C29451F0}"/>
              </a:ext>
            </a:extLst>
          </p:cNvPr>
          <p:cNvSpPr txBox="1"/>
          <p:nvPr/>
        </p:nvSpPr>
        <p:spPr>
          <a:xfrm>
            <a:off x="322801" y="258437"/>
            <a:ext cx="4375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4000" b="1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Cinebench</a:t>
            </a:r>
            <a:r>
              <a:rPr lang="en-US" altLang="zh-TW" sz="4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 R23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51C5D-9E5B-4A89-8877-405FE7F1E5A5}"/>
              </a:ext>
            </a:extLst>
          </p:cNvPr>
          <p:cNvCxnSpPr>
            <a:cxnSpLocks/>
          </p:cNvCxnSpPr>
          <p:nvPr/>
        </p:nvCxnSpPr>
        <p:spPr>
          <a:xfrm>
            <a:off x="1903247" y="878217"/>
            <a:ext cx="1927570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E4674A-02BB-45A5-A9F0-404A4C510D2B}"/>
              </a:ext>
            </a:extLst>
          </p:cNvPr>
          <p:cNvCxnSpPr>
            <a:cxnSpLocks/>
          </p:cNvCxnSpPr>
          <p:nvPr/>
        </p:nvCxnSpPr>
        <p:spPr>
          <a:xfrm>
            <a:off x="3145336" y="940673"/>
            <a:ext cx="685481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F0DE90-E2E2-417D-95FB-7F5B24BD7277}"/>
              </a:ext>
            </a:extLst>
          </p:cNvPr>
          <p:cNvSpPr/>
          <p:nvPr/>
        </p:nvSpPr>
        <p:spPr>
          <a:xfrm>
            <a:off x="16669" y="1386161"/>
            <a:ext cx="12048331" cy="547183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6166A1-1BD0-4E0B-A8F0-4866AAE91177}"/>
              </a:ext>
            </a:extLst>
          </p:cNvPr>
          <p:cNvSpPr txBox="1"/>
          <p:nvPr/>
        </p:nvSpPr>
        <p:spPr>
          <a:xfrm>
            <a:off x="673105" y="1798450"/>
            <a:ext cx="2004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Ryzen AI Max+ 395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D08DE-A1A7-4B32-9787-20BFF25C3A67}"/>
              </a:ext>
            </a:extLst>
          </p:cNvPr>
          <p:cNvSpPr/>
          <p:nvPr/>
        </p:nvSpPr>
        <p:spPr>
          <a:xfrm>
            <a:off x="2842546" y="1628087"/>
            <a:ext cx="8579834" cy="515371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60DF4-79B0-48CF-A916-FF7BC3DEED04}"/>
              </a:ext>
            </a:extLst>
          </p:cNvPr>
          <p:cNvSpPr txBox="1"/>
          <p:nvPr/>
        </p:nvSpPr>
        <p:spPr>
          <a:xfrm>
            <a:off x="677064" y="4112448"/>
            <a:ext cx="210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(10-core)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D1BC6F-957D-4A1C-96F0-F3A89643A766}"/>
              </a:ext>
            </a:extLst>
          </p:cNvPr>
          <p:cNvSpPr txBox="1"/>
          <p:nvPr/>
        </p:nvSpPr>
        <p:spPr>
          <a:xfrm>
            <a:off x="2200754" y="4202131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40W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F50F0C-FDAD-45EC-B2B1-9F083D823100}"/>
              </a:ext>
            </a:extLst>
          </p:cNvPr>
          <p:cNvSpPr txBox="1"/>
          <p:nvPr/>
        </p:nvSpPr>
        <p:spPr>
          <a:xfrm>
            <a:off x="677064" y="4713028"/>
            <a:ext cx="2092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Pro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477390-0C18-44AA-9A65-2285F182B36E}"/>
              </a:ext>
            </a:extLst>
          </p:cNvPr>
          <p:cNvSpPr txBox="1"/>
          <p:nvPr/>
        </p:nvSpPr>
        <p:spPr>
          <a:xfrm>
            <a:off x="2215720" y="4800051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46W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7CA938-D194-4CBB-867C-D96DD3CFA8BD}"/>
              </a:ext>
            </a:extLst>
          </p:cNvPr>
          <p:cNvSpPr txBox="1"/>
          <p:nvPr/>
        </p:nvSpPr>
        <p:spPr>
          <a:xfrm>
            <a:off x="673105" y="5305498"/>
            <a:ext cx="2096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M4 Max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3C7106-F499-41F5-A10B-8A42D8978EE6}"/>
              </a:ext>
            </a:extLst>
          </p:cNvPr>
          <p:cNvSpPr txBox="1"/>
          <p:nvPr/>
        </p:nvSpPr>
        <p:spPr>
          <a:xfrm>
            <a:off x="2220385" y="5390389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70W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AF9E96-B9D4-4803-B5F0-CD92EB49B902}"/>
              </a:ext>
            </a:extLst>
          </p:cNvPr>
          <p:cNvSpPr txBox="1"/>
          <p:nvPr/>
        </p:nvSpPr>
        <p:spPr>
          <a:xfrm>
            <a:off x="2186954" y="1880077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120W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88BD8D-54FA-4314-8F5E-A275995BC469}"/>
              </a:ext>
            </a:extLst>
          </p:cNvPr>
          <p:cNvSpPr txBox="1"/>
          <p:nvPr/>
        </p:nvSpPr>
        <p:spPr>
          <a:xfrm>
            <a:off x="673105" y="2931080"/>
            <a:ext cx="2061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Core Ultra 9 285HX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943E66-356B-4F03-BBAC-99608EC00BD2}"/>
              </a:ext>
            </a:extLst>
          </p:cNvPr>
          <p:cNvSpPr txBox="1"/>
          <p:nvPr/>
        </p:nvSpPr>
        <p:spPr>
          <a:xfrm>
            <a:off x="2194191" y="3012707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160W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4E41FA-E469-4DD6-A96D-135ABCD1F9B1}"/>
              </a:ext>
            </a:extLst>
          </p:cNvPr>
          <p:cNvSpPr txBox="1"/>
          <p:nvPr/>
        </p:nvSpPr>
        <p:spPr>
          <a:xfrm>
            <a:off x="679231" y="3505380"/>
            <a:ext cx="2011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Core I9 14900HX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476BB-E259-41FA-A251-D85717ADB947}"/>
              </a:ext>
            </a:extLst>
          </p:cNvPr>
          <p:cNvSpPr txBox="1"/>
          <p:nvPr/>
        </p:nvSpPr>
        <p:spPr>
          <a:xfrm>
            <a:off x="2194191" y="360113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157W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BD889B-7AF6-4BD3-A958-988F737FCE90}"/>
              </a:ext>
            </a:extLst>
          </p:cNvPr>
          <p:cNvSpPr txBox="1"/>
          <p:nvPr/>
        </p:nvSpPr>
        <p:spPr>
          <a:xfrm>
            <a:off x="673105" y="2344530"/>
            <a:ext cx="2004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Ryzen 9 9955HX3D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23A588-FE7B-4154-AAB5-05FEBE051310}"/>
              </a:ext>
            </a:extLst>
          </p:cNvPr>
          <p:cNvSpPr txBox="1"/>
          <p:nvPr/>
        </p:nvSpPr>
        <p:spPr>
          <a:xfrm>
            <a:off x="2186954" y="2424802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101W</a:t>
            </a:r>
            <a:endParaRPr lang="en-GB" altLang="zh-TW" sz="7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5280C5-3946-4371-ABF3-42E1565C577A}"/>
              </a:ext>
            </a:extLst>
          </p:cNvPr>
          <p:cNvSpPr txBox="1"/>
          <p:nvPr/>
        </p:nvSpPr>
        <p:spPr>
          <a:xfrm>
            <a:off x="696775" y="3138528"/>
            <a:ext cx="13981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Lion Cove(P-cores) Skymont(E-cores)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CE2C81-4C92-4519-A995-1E4801DFFB4F}"/>
              </a:ext>
            </a:extLst>
          </p:cNvPr>
          <p:cNvSpPr txBox="1"/>
          <p:nvPr/>
        </p:nvSpPr>
        <p:spPr>
          <a:xfrm>
            <a:off x="696046" y="3727311"/>
            <a:ext cx="15878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Raptor Cove(P-cores) Gracemont(E-cores)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834ABE-DFA5-40BA-97F1-476CCF20B6C2}"/>
              </a:ext>
            </a:extLst>
          </p:cNvPr>
          <p:cNvSpPr txBox="1"/>
          <p:nvPr/>
        </p:nvSpPr>
        <p:spPr>
          <a:xfrm>
            <a:off x="688332" y="2567357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Zen5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583CEE-43EF-44E8-B0C5-DEEE0E112460}"/>
              </a:ext>
            </a:extLst>
          </p:cNvPr>
          <p:cNvSpPr txBox="1"/>
          <p:nvPr/>
        </p:nvSpPr>
        <p:spPr>
          <a:xfrm>
            <a:off x="681984" y="4346800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D0ACA4-A7B8-4E2B-AAAE-DD80A02068B6}"/>
              </a:ext>
            </a:extLst>
          </p:cNvPr>
          <p:cNvSpPr txBox="1"/>
          <p:nvPr/>
        </p:nvSpPr>
        <p:spPr>
          <a:xfrm>
            <a:off x="688332" y="2026632"/>
            <a:ext cx="5951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Zen5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EDB521-36C5-4580-B88F-78C1596EF66B}"/>
              </a:ext>
            </a:extLst>
          </p:cNvPr>
          <p:cNvSpPr txBox="1"/>
          <p:nvPr/>
        </p:nvSpPr>
        <p:spPr>
          <a:xfrm>
            <a:off x="673105" y="5767344"/>
            <a:ext cx="2096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Qualcomm Snapdragon X2 Elite Extreme (X2E-96-100)</a:t>
            </a:r>
            <a:endParaRPr lang="en-GB" altLang="zh-TW" sz="9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D41526-D023-405C-9776-1424F9056F26}"/>
              </a:ext>
            </a:extLst>
          </p:cNvPr>
          <p:cNvSpPr txBox="1"/>
          <p:nvPr/>
        </p:nvSpPr>
        <p:spPr>
          <a:xfrm>
            <a:off x="2220385" y="5872322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96W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122B85-4D3D-435A-B040-CF3DA2B5A7D4}"/>
              </a:ext>
            </a:extLst>
          </p:cNvPr>
          <p:cNvSpPr txBox="1"/>
          <p:nvPr/>
        </p:nvSpPr>
        <p:spPr>
          <a:xfrm>
            <a:off x="688947" y="6136676"/>
            <a:ext cx="1244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3</a:t>
            </a:r>
            <a:r>
              <a:rPr lang="en-US" altLang="zh-TW" sz="600" i="0" baseline="300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</a:t>
            </a:r>
            <a:r>
              <a:rPr lang="en-US" altLang="zh-TW" sz="600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 Gen QualcommOryon CPU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E98C47-BFCB-4FAA-9E82-E864346245B0}"/>
              </a:ext>
            </a:extLst>
          </p:cNvPr>
          <p:cNvSpPr txBox="1"/>
          <p:nvPr/>
        </p:nvSpPr>
        <p:spPr>
          <a:xfrm>
            <a:off x="2842546" y="1385204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en-US" altLang="zh-CN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Ryzen AI Max+ 395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为基准。 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92F12C-5C65-4995-823D-FEBC963E93F1}"/>
              </a:ext>
            </a:extLst>
          </p:cNvPr>
          <p:cNvSpPr txBox="1"/>
          <p:nvPr/>
        </p:nvSpPr>
        <p:spPr>
          <a:xfrm>
            <a:off x="10258710" y="1365757"/>
            <a:ext cx="392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分数越高越好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。 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ACBE2A-B87D-40C2-9FC6-3763F4F3A6E3}"/>
              </a:ext>
            </a:extLst>
          </p:cNvPr>
          <p:cNvSpPr txBox="1"/>
          <p:nvPr/>
        </p:nvSpPr>
        <p:spPr>
          <a:xfrm>
            <a:off x="3062236" y="6663767"/>
            <a:ext cx="425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80F7DF-F017-4A4B-AF82-1EF5756E3DD3}"/>
              </a:ext>
            </a:extLst>
          </p:cNvPr>
          <p:cNvSpPr txBox="1"/>
          <p:nvPr/>
        </p:nvSpPr>
        <p:spPr>
          <a:xfrm>
            <a:off x="9449149" y="6669407"/>
            <a:ext cx="481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100</a:t>
            </a:r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21B772-B752-48C0-9F7D-DB04B1A416E7}"/>
              </a:ext>
            </a:extLst>
          </p:cNvPr>
          <p:cNvSpPr txBox="1"/>
          <p:nvPr/>
        </p:nvSpPr>
        <p:spPr>
          <a:xfrm>
            <a:off x="10913437" y="6658689"/>
            <a:ext cx="481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120</a:t>
            </a:r>
            <a:r>
              <a:rPr lang="en-US" altLang="zh-TW" sz="1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%</a:t>
            </a:r>
            <a:endParaRPr lang="en-GB" altLang="zh-TW" sz="1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026C85-9D4A-4EDF-ADC0-812502B65EC9}"/>
              </a:ext>
            </a:extLst>
          </p:cNvPr>
          <p:cNvSpPr/>
          <p:nvPr/>
        </p:nvSpPr>
        <p:spPr>
          <a:xfrm>
            <a:off x="2852264" y="1881412"/>
            <a:ext cx="6844186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5570F7-8758-4C5D-9376-383EA9A301E4}"/>
              </a:ext>
            </a:extLst>
          </p:cNvPr>
          <p:cNvSpPr txBox="1"/>
          <p:nvPr/>
        </p:nvSpPr>
        <p:spPr>
          <a:xfrm>
            <a:off x="9131558" y="1796963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2034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21C079-6158-4311-8BC6-0A054071E7B9}"/>
              </a:ext>
            </a:extLst>
          </p:cNvPr>
          <p:cNvSpPr txBox="1"/>
          <p:nvPr/>
        </p:nvSpPr>
        <p:spPr>
          <a:xfrm>
            <a:off x="9648338" y="191738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chemeClr val="bg1">
                    <a:lumMod val="9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GB" altLang="zh-TW" sz="700" b="1" dirty="0">
              <a:solidFill>
                <a:schemeClr val="bg1">
                  <a:lumMod val="95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E590FB-C486-4ADE-9CAA-27F4CB326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851" y="224427"/>
            <a:ext cx="1553803" cy="8720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6D4ABF7-256C-4F43-AC93-3AFA346A7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9" y="2331760"/>
            <a:ext cx="537594" cy="3583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4D0E8B-B53D-4CAB-B2AD-76AFCAD73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26" y="5880192"/>
            <a:ext cx="246967" cy="2469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9EE4C5-2522-47DB-AB7A-E317BA0B54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50" y="2958598"/>
            <a:ext cx="287546" cy="2882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8DD1872-F410-4B16-978E-60A60E889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24" y="1816283"/>
            <a:ext cx="537594" cy="3583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D79D677-2FA0-4C51-A112-33F7B5790F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39" y="3527834"/>
            <a:ext cx="277777" cy="2777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9363736-46FF-4E14-9656-506CD4E044E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0" t="25177" r="66591" b="23957"/>
          <a:stretch/>
        </p:blipFill>
        <p:spPr>
          <a:xfrm>
            <a:off x="389122" y="4192951"/>
            <a:ext cx="277777" cy="2777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853B379-290C-4F0E-95AC-6EAA577EFFB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35" t="25345" r="35716" b="24390"/>
          <a:stretch/>
        </p:blipFill>
        <p:spPr>
          <a:xfrm>
            <a:off x="395436" y="4762887"/>
            <a:ext cx="271463" cy="2744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A50ADE91-BEB6-4938-B6E4-CD9182BC881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3" t="25964" r="5645" b="24180"/>
          <a:stretch/>
        </p:blipFill>
        <p:spPr>
          <a:xfrm>
            <a:off x="401037" y="5325405"/>
            <a:ext cx="265862" cy="2722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DE4E0C35-292F-4657-A73E-3F5D958F8926}"/>
              </a:ext>
            </a:extLst>
          </p:cNvPr>
          <p:cNvSpPr txBox="1"/>
          <p:nvPr/>
        </p:nvSpPr>
        <p:spPr>
          <a:xfrm>
            <a:off x="681984" y="4951304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D0D0020-3394-44D8-B389-2F3E9EAC5508}"/>
              </a:ext>
            </a:extLst>
          </p:cNvPr>
          <p:cNvSpPr txBox="1"/>
          <p:nvPr/>
        </p:nvSpPr>
        <p:spPr>
          <a:xfrm>
            <a:off x="681984" y="5536718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A96238C-DB21-4B55-A228-97324D3A2300}"/>
              </a:ext>
            </a:extLst>
          </p:cNvPr>
          <p:cNvSpPr txBox="1"/>
          <p:nvPr/>
        </p:nvSpPr>
        <p:spPr>
          <a:xfrm>
            <a:off x="4212541" y="576622"/>
            <a:ext cx="4375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Single Core</a:t>
            </a:r>
            <a:r>
              <a:rPr lang="zh-CN" altLang="en-US" sz="1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单核分数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89033CE-DB8D-48B1-807D-10730AAB800B}"/>
              </a:ext>
            </a:extLst>
          </p:cNvPr>
          <p:cNvSpPr txBox="1"/>
          <p:nvPr/>
        </p:nvSpPr>
        <p:spPr>
          <a:xfrm>
            <a:off x="2164692" y="2027341"/>
            <a:ext cx="7429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N4P(4nm)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65A16AE-77DD-4FCB-A5B0-EBADE000B297}"/>
              </a:ext>
            </a:extLst>
          </p:cNvPr>
          <p:cNvSpPr txBox="1"/>
          <p:nvPr/>
        </p:nvSpPr>
        <p:spPr>
          <a:xfrm>
            <a:off x="2170993" y="2559196"/>
            <a:ext cx="75981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N4P(4nm)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DEAFC1D-DCF6-4EA6-A30E-072FB21AEDB7}"/>
              </a:ext>
            </a:extLst>
          </p:cNvPr>
          <p:cNvSpPr txBox="1"/>
          <p:nvPr/>
        </p:nvSpPr>
        <p:spPr>
          <a:xfrm>
            <a:off x="2167847" y="3171961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N3B(3nm)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26E4554-98D4-464F-88C5-56D57C7F06CD}"/>
              </a:ext>
            </a:extLst>
          </p:cNvPr>
          <p:cNvSpPr txBox="1"/>
          <p:nvPr/>
        </p:nvSpPr>
        <p:spPr>
          <a:xfrm>
            <a:off x="2295348" y="3749590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Intel7(10nm)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E5DA3A-38E2-4056-A691-0359AE81B6C7}"/>
              </a:ext>
            </a:extLst>
          </p:cNvPr>
          <p:cNvSpPr txBox="1"/>
          <p:nvPr/>
        </p:nvSpPr>
        <p:spPr>
          <a:xfrm>
            <a:off x="2170993" y="4333221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N3E(3nm)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21AC43-A7AC-4B3E-B2CD-F1697033229E}"/>
              </a:ext>
            </a:extLst>
          </p:cNvPr>
          <p:cNvSpPr txBox="1"/>
          <p:nvPr/>
        </p:nvSpPr>
        <p:spPr>
          <a:xfrm>
            <a:off x="2180662" y="4895163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N3E(3nm)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1D91951-225A-4626-BBD6-E050E6967F8B}"/>
              </a:ext>
            </a:extLst>
          </p:cNvPr>
          <p:cNvSpPr txBox="1"/>
          <p:nvPr/>
        </p:nvSpPr>
        <p:spPr>
          <a:xfrm>
            <a:off x="2177494" y="5498565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N3E(3nm)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4F9A9A2-955C-4DF4-A9EE-EDF2784F715D}"/>
              </a:ext>
            </a:extLst>
          </p:cNvPr>
          <p:cNvSpPr txBox="1"/>
          <p:nvPr/>
        </p:nvSpPr>
        <p:spPr>
          <a:xfrm>
            <a:off x="2171548" y="6146243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N3P(3nm)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B13C4-085C-4E9F-B567-72E50AEB8AE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2" t="6602" r="21871" b="8018"/>
          <a:stretch/>
        </p:blipFill>
        <p:spPr>
          <a:xfrm>
            <a:off x="403597" y="6354156"/>
            <a:ext cx="247896" cy="2469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A047D552-B04A-460F-BF53-82F340295D0A}"/>
              </a:ext>
            </a:extLst>
          </p:cNvPr>
          <p:cNvSpPr txBox="1"/>
          <p:nvPr/>
        </p:nvSpPr>
        <p:spPr>
          <a:xfrm>
            <a:off x="657294" y="6311286"/>
            <a:ext cx="2096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Apple M5 (10-core)</a:t>
            </a:r>
            <a:endParaRPr lang="en-GB" altLang="zh-TW" sz="16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47E2F48-E7BA-4C18-8377-A7377CD543FE}"/>
              </a:ext>
            </a:extLst>
          </p:cNvPr>
          <p:cNvSpPr txBox="1"/>
          <p:nvPr/>
        </p:nvSpPr>
        <p:spPr>
          <a:xfrm>
            <a:off x="2204574" y="6396177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7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70W</a:t>
            </a:r>
            <a:endParaRPr lang="en-GB" altLang="zh-TW" sz="7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DB81B33-48BE-4118-AE71-77A158503A44}"/>
              </a:ext>
            </a:extLst>
          </p:cNvPr>
          <p:cNvSpPr/>
          <p:nvPr/>
        </p:nvSpPr>
        <p:spPr>
          <a:xfrm>
            <a:off x="2851002" y="6385961"/>
            <a:ext cx="8745686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80415DC-0953-4B99-AB6B-FDC4D19C5E90}"/>
              </a:ext>
            </a:extLst>
          </p:cNvPr>
          <p:cNvSpPr txBox="1"/>
          <p:nvPr/>
        </p:nvSpPr>
        <p:spPr>
          <a:xfrm>
            <a:off x="11516973" y="6403400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126.30%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F8F9B41-D5C9-487E-AEAA-B167D33256A7}"/>
              </a:ext>
            </a:extLst>
          </p:cNvPr>
          <p:cNvSpPr txBox="1"/>
          <p:nvPr/>
        </p:nvSpPr>
        <p:spPr>
          <a:xfrm>
            <a:off x="666173" y="6542506"/>
            <a:ext cx="131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Donan</a:t>
            </a:r>
            <a:r>
              <a:rPr lang="en-US" altLang="zh-TW" sz="6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(P-cores) Brave(E-cores)</a:t>
            </a:r>
            <a:endParaRPr lang="en-GB" altLang="zh-TW" sz="4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F46E475-7B7A-4D9F-B0C1-FF552122E00E}"/>
              </a:ext>
            </a:extLst>
          </p:cNvPr>
          <p:cNvSpPr txBox="1"/>
          <p:nvPr/>
        </p:nvSpPr>
        <p:spPr>
          <a:xfrm>
            <a:off x="2177183" y="6532904"/>
            <a:ext cx="7835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 N3P(3nm)</a:t>
            </a:r>
            <a:endParaRPr lang="en-GB" altLang="zh-TW" sz="6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514BF4E-6858-4BF7-8667-60EC0696DFCC}"/>
              </a:ext>
            </a:extLst>
          </p:cNvPr>
          <p:cNvSpPr txBox="1"/>
          <p:nvPr/>
        </p:nvSpPr>
        <p:spPr>
          <a:xfrm>
            <a:off x="11025218" y="6311286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2569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AEA4892-0CD4-41C6-B3D1-8CE0867A328A}"/>
              </a:ext>
            </a:extLst>
          </p:cNvPr>
          <p:cNvSpPr txBox="1"/>
          <p:nvPr/>
        </p:nvSpPr>
        <p:spPr>
          <a:xfrm>
            <a:off x="2833972" y="1150154"/>
            <a:ext cx="765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*N3B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第一代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3nm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技术节点，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N3E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第二代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3nm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技术节点，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N3P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为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第三代</a:t>
            </a:r>
            <a:r>
              <a:rPr lang="en-US" altLang="zh-CN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3nm</a:t>
            </a:r>
            <a:r>
              <a:rPr lang="zh-CN" altLang="en-US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技术节点。</a:t>
            </a:r>
            <a:endParaRPr lang="en-GB" altLang="zh-TW" sz="1200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51F6E9B-45D1-4C41-B4A6-5C547A520C23}"/>
              </a:ext>
            </a:extLst>
          </p:cNvPr>
          <p:cNvSpPr/>
          <p:nvPr/>
        </p:nvSpPr>
        <p:spPr>
          <a:xfrm>
            <a:off x="2851003" y="2467977"/>
            <a:ext cx="7316935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D585BD9-A1CB-44F4-9CA4-001E2D5A9DE8}"/>
              </a:ext>
            </a:extLst>
          </p:cNvPr>
          <p:cNvSpPr txBox="1"/>
          <p:nvPr/>
        </p:nvSpPr>
        <p:spPr>
          <a:xfrm>
            <a:off x="9615489" y="2390149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2166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078A0DE-71EF-4E21-8F89-530F8B2FE884}"/>
              </a:ext>
            </a:extLst>
          </p:cNvPr>
          <p:cNvSpPr/>
          <p:nvPr/>
        </p:nvSpPr>
        <p:spPr>
          <a:xfrm>
            <a:off x="2851003" y="3064041"/>
            <a:ext cx="759316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D77C818-1C2C-477A-8C30-87AD1C23E915}"/>
              </a:ext>
            </a:extLst>
          </p:cNvPr>
          <p:cNvSpPr txBox="1"/>
          <p:nvPr/>
        </p:nvSpPr>
        <p:spPr>
          <a:xfrm>
            <a:off x="9879052" y="2982141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2244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1B33B5C-E1F3-4A53-8D1B-A323C99972A0}"/>
              </a:ext>
            </a:extLst>
          </p:cNvPr>
          <p:cNvSpPr/>
          <p:nvPr/>
        </p:nvSpPr>
        <p:spPr>
          <a:xfrm>
            <a:off x="2851003" y="3633599"/>
            <a:ext cx="7407422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29EE994-6B94-4D7B-BDE7-5ACB5610EF65}"/>
              </a:ext>
            </a:extLst>
          </p:cNvPr>
          <p:cNvSpPr txBox="1"/>
          <p:nvPr/>
        </p:nvSpPr>
        <p:spPr>
          <a:xfrm>
            <a:off x="9680706" y="3546360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2183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C3A49F0-FAF9-42BB-8C1A-5543B79E2B38}"/>
              </a:ext>
            </a:extLst>
          </p:cNvPr>
          <p:cNvSpPr/>
          <p:nvPr/>
        </p:nvSpPr>
        <p:spPr>
          <a:xfrm>
            <a:off x="2851733" y="4238460"/>
            <a:ext cx="7306679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7C725CD-2B75-48A3-B117-556EE19E8C41}"/>
              </a:ext>
            </a:extLst>
          </p:cNvPr>
          <p:cNvSpPr txBox="1"/>
          <p:nvPr/>
        </p:nvSpPr>
        <p:spPr>
          <a:xfrm>
            <a:off x="9571240" y="4156560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2159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D1389ED-2F9D-4458-9499-95E9AAF553D7}"/>
              </a:ext>
            </a:extLst>
          </p:cNvPr>
          <p:cNvSpPr/>
          <p:nvPr/>
        </p:nvSpPr>
        <p:spPr>
          <a:xfrm>
            <a:off x="2851003" y="4838218"/>
            <a:ext cx="7688410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AA7BC1D-2AC0-4AF0-9E1A-1C00652F0317}"/>
              </a:ext>
            </a:extLst>
          </p:cNvPr>
          <p:cNvSpPr/>
          <p:nvPr/>
        </p:nvSpPr>
        <p:spPr>
          <a:xfrm>
            <a:off x="2851003" y="5411674"/>
            <a:ext cx="7731272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1993642-1D31-4A82-BAD7-3DC74614E622}"/>
              </a:ext>
            </a:extLst>
          </p:cNvPr>
          <p:cNvSpPr/>
          <p:nvPr/>
        </p:nvSpPr>
        <p:spPr>
          <a:xfrm>
            <a:off x="2851003" y="5898895"/>
            <a:ext cx="6756678" cy="1747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  <a:tileRect/>
          </a:gradFill>
          <a:ln cap="sq" cmpd="thickThin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DE31C42-63CA-4E8C-AB63-B2493887CF04}"/>
              </a:ext>
            </a:extLst>
          </p:cNvPr>
          <p:cNvSpPr txBox="1"/>
          <p:nvPr/>
        </p:nvSpPr>
        <p:spPr>
          <a:xfrm>
            <a:off x="9979586" y="4758869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2276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4650881-802D-4ACB-AC13-7E5D7C88B921}"/>
              </a:ext>
            </a:extLst>
          </p:cNvPr>
          <p:cNvSpPr txBox="1"/>
          <p:nvPr/>
        </p:nvSpPr>
        <p:spPr>
          <a:xfrm>
            <a:off x="10039696" y="5326773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2281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75C2E96-9A97-457A-8EF1-9E6CD20BA72D}"/>
              </a:ext>
            </a:extLst>
          </p:cNvPr>
          <p:cNvSpPr txBox="1"/>
          <p:nvPr/>
        </p:nvSpPr>
        <p:spPr>
          <a:xfrm>
            <a:off x="9061839" y="5812073"/>
            <a:ext cx="171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2020</a:t>
            </a:r>
            <a:endParaRPr lang="en-GB" altLang="zh-TW" sz="1600" b="1" i="0" dirty="0">
              <a:solidFill>
                <a:schemeClr val="bg2">
                  <a:lumMod val="50000"/>
                </a:schemeClr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8BF2918-BD64-4B04-9886-F6D24159A1AA}"/>
              </a:ext>
            </a:extLst>
          </p:cNvPr>
          <p:cNvSpPr txBox="1"/>
          <p:nvPr/>
        </p:nvSpPr>
        <p:spPr>
          <a:xfrm>
            <a:off x="9624060" y="5929649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92D05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99.31%</a:t>
            </a:r>
            <a:endParaRPr lang="en-GB" altLang="zh-TW" sz="700" b="1" dirty="0">
              <a:solidFill>
                <a:srgbClr val="92D05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34624E4-B5BA-4BA8-9B6A-878089A74059}"/>
              </a:ext>
            </a:extLst>
          </p:cNvPr>
          <p:cNvSpPr txBox="1"/>
          <p:nvPr/>
        </p:nvSpPr>
        <p:spPr>
          <a:xfrm>
            <a:off x="10519391" y="5429113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112.14%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AD27A37-F363-4E0B-B90B-CD501A278334}"/>
              </a:ext>
            </a:extLst>
          </p:cNvPr>
          <p:cNvSpPr txBox="1"/>
          <p:nvPr/>
        </p:nvSpPr>
        <p:spPr>
          <a:xfrm>
            <a:off x="10504016" y="4866486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111.90%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B15553A-383C-4C76-845A-3553074AB495}"/>
              </a:ext>
            </a:extLst>
          </p:cNvPr>
          <p:cNvSpPr txBox="1"/>
          <p:nvPr/>
        </p:nvSpPr>
        <p:spPr>
          <a:xfrm>
            <a:off x="10132003" y="426936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106.15%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3CA27D4-0B87-4673-95A4-5937354CDA91}"/>
              </a:ext>
            </a:extLst>
          </p:cNvPr>
          <p:cNvSpPr txBox="1"/>
          <p:nvPr/>
        </p:nvSpPr>
        <p:spPr>
          <a:xfrm>
            <a:off x="10249050" y="3640149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107.33%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0B2E4A2-9ED3-4DEA-9F6A-CA3A206B6E8D}"/>
              </a:ext>
            </a:extLst>
          </p:cNvPr>
          <p:cNvSpPr txBox="1"/>
          <p:nvPr/>
        </p:nvSpPr>
        <p:spPr>
          <a:xfrm>
            <a:off x="10460134" y="3099205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110.32%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4D9232F-E2D2-4A93-838A-B7DA8350FA9B}"/>
              </a:ext>
            </a:extLst>
          </p:cNvPr>
          <p:cNvSpPr txBox="1"/>
          <p:nvPr/>
        </p:nvSpPr>
        <p:spPr>
          <a:xfrm>
            <a:off x="10180336" y="2490669"/>
            <a:ext cx="713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106.49%</a:t>
            </a:r>
            <a:endParaRPr lang="en-GB" altLang="zh-TW" sz="700" b="1" dirty="0">
              <a:solidFill>
                <a:srgbClr val="FF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8549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E51A51-B4BA-4D7A-BB30-CC47C29451F0}"/>
              </a:ext>
            </a:extLst>
          </p:cNvPr>
          <p:cNvSpPr txBox="1"/>
          <p:nvPr/>
        </p:nvSpPr>
        <p:spPr>
          <a:xfrm>
            <a:off x="5490706" y="3075057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总结</a:t>
            </a:r>
            <a:endParaRPr lang="en-GB" altLang="zh-TW" sz="4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221B7C-52D1-4BF4-B9D3-9B20CF7272DB}"/>
              </a:ext>
            </a:extLst>
          </p:cNvPr>
          <p:cNvCxnSpPr>
            <a:cxnSpLocks/>
          </p:cNvCxnSpPr>
          <p:nvPr/>
        </p:nvCxnSpPr>
        <p:spPr>
          <a:xfrm>
            <a:off x="6094272" y="3708519"/>
            <a:ext cx="491685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DC9F79-E9EF-4E14-B1ED-31F321059B63}"/>
              </a:ext>
            </a:extLst>
          </p:cNvPr>
          <p:cNvCxnSpPr>
            <a:cxnSpLocks/>
          </p:cNvCxnSpPr>
          <p:nvPr/>
        </p:nvCxnSpPr>
        <p:spPr>
          <a:xfrm>
            <a:off x="6341842" y="3782943"/>
            <a:ext cx="244115" cy="0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33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37000"/>
                    <a:lumOff val="63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62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B34DE2F-E556-40A9-A50E-51FE63648A94}"/>
              </a:ext>
            </a:extLst>
          </p:cNvPr>
          <p:cNvSpPr/>
          <p:nvPr/>
        </p:nvSpPr>
        <p:spPr>
          <a:xfrm>
            <a:off x="1095984" y="556183"/>
            <a:ext cx="1929227" cy="137117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16x</a:t>
            </a:r>
          </a:p>
          <a:p>
            <a:pPr algn="ctr"/>
            <a:r>
              <a:rPr lang="en-US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Zen5 CPU</a:t>
            </a:r>
            <a:endParaRPr lang="en-GB" altLang="zh-TW" sz="28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09E15B-98EF-4BC8-9277-0EFC6F37C3AB}"/>
              </a:ext>
            </a:extLst>
          </p:cNvPr>
          <p:cNvSpPr/>
          <p:nvPr/>
        </p:nvSpPr>
        <p:spPr>
          <a:xfrm>
            <a:off x="1089252" y="3350026"/>
            <a:ext cx="2852172" cy="108958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Radeon 8060S</a:t>
            </a:r>
            <a:endParaRPr lang="en-US" altLang="zh-TW" sz="28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lang="en-US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RDNA3.5</a:t>
            </a:r>
            <a:endParaRPr lang="en-GB" altLang="zh-TW" sz="24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50CBEF-4835-479E-9311-745117480BB7}"/>
              </a:ext>
            </a:extLst>
          </p:cNvPr>
          <p:cNvSpPr/>
          <p:nvPr/>
        </p:nvSpPr>
        <p:spPr>
          <a:xfrm>
            <a:off x="4723610" y="556183"/>
            <a:ext cx="4215291" cy="137117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Unified Memory Architecture</a:t>
            </a:r>
            <a:endParaRPr lang="en-GB" altLang="zh-TW" sz="28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488C24-F6DB-45EE-80CD-34940469D87C}"/>
              </a:ext>
            </a:extLst>
          </p:cNvPr>
          <p:cNvSpPr/>
          <p:nvPr/>
        </p:nvSpPr>
        <p:spPr>
          <a:xfrm>
            <a:off x="9022146" y="556183"/>
            <a:ext cx="2073870" cy="137117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50 TOPS</a:t>
            </a:r>
          </a:p>
          <a:p>
            <a:pPr algn="ctr"/>
            <a:r>
              <a:rPr lang="en-US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NPU</a:t>
            </a:r>
            <a:endParaRPr lang="en-GB" altLang="zh-TW" sz="28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ACCA8D-7FEC-4C78-9785-C62D04AF4DE4}"/>
              </a:ext>
            </a:extLst>
          </p:cNvPr>
          <p:cNvSpPr/>
          <p:nvPr/>
        </p:nvSpPr>
        <p:spPr>
          <a:xfrm>
            <a:off x="1089252" y="4557193"/>
            <a:ext cx="927556" cy="105228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40</a:t>
            </a:r>
          </a:p>
          <a:p>
            <a:pPr algn="ctr"/>
            <a:r>
              <a:rPr lang="en-US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CUs</a:t>
            </a:r>
            <a:endParaRPr lang="en-GB" altLang="zh-TW" sz="28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7085C6-2D32-425B-A494-EFC7E636DA89}"/>
              </a:ext>
            </a:extLst>
          </p:cNvPr>
          <p:cNvSpPr/>
          <p:nvPr/>
        </p:nvSpPr>
        <p:spPr>
          <a:xfrm>
            <a:off x="3099910" y="556183"/>
            <a:ext cx="1549001" cy="137117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TSMC</a:t>
            </a:r>
          </a:p>
          <a:p>
            <a:pPr algn="ctr"/>
            <a:r>
              <a:rPr lang="en-US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N4P</a:t>
            </a:r>
            <a:endParaRPr lang="en-GB" altLang="zh-TW" sz="28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EB254-A5C5-4871-A1D7-FED23FA8F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373" y="2068293"/>
            <a:ext cx="4146285" cy="34522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94CAAD-F55D-42D7-9E58-07EBFBA2471F}"/>
              </a:ext>
            </a:extLst>
          </p:cNvPr>
          <p:cNvSpPr/>
          <p:nvPr/>
        </p:nvSpPr>
        <p:spPr>
          <a:xfrm>
            <a:off x="2068082" y="4557193"/>
            <a:ext cx="1880074" cy="105228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2560</a:t>
            </a:r>
          </a:p>
          <a:p>
            <a:pPr algn="ctr"/>
            <a:r>
              <a:rPr lang="en-GB" altLang="zh-TW" sz="20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Shading unit</a:t>
            </a:r>
            <a:endParaRPr lang="en-GB" altLang="zh-TW" sz="20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C9B825-234C-48BF-9607-2F95EE3ADEAA}"/>
              </a:ext>
            </a:extLst>
          </p:cNvPr>
          <p:cNvSpPr/>
          <p:nvPr/>
        </p:nvSpPr>
        <p:spPr>
          <a:xfrm>
            <a:off x="1089252" y="2044933"/>
            <a:ext cx="2852172" cy="11875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LPDDR5X-8000</a:t>
            </a:r>
          </a:p>
          <a:p>
            <a:pPr algn="ctr"/>
            <a:r>
              <a:rPr lang="en-US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Up to 128GB</a:t>
            </a:r>
            <a:endParaRPr lang="en-GB" altLang="zh-TW" sz="24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EB5A13-A82A-4EF1-84E4-D9C429DEAE14}"/>
              </a:ext>
            </a:extLst>
          </p:cNvPr>
          <p:cNvSpPr/>
          <p:nvPr/>
        </p:nvSpPr>
        <p:spPr>
          <a:xfrm>
            <a:off x="8333368" y="2068292"/>
            <a:ext cx="2762648" cy="132844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126 TOPS</a:t>
            </a:r>
          </a:p>
          <a:p>
            <a:pPr algn="ctr"/>
            <a:r>
              <a:rPr lang="en-GB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Overall</a:t>
            </a:r>
            <a:endParaRPr lang="en-GB" altLang="zh-TW" sz="28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20E33B-BD3F-4F1C-BA25-AA2734E2810C}"/>
              </a:ext>
            </a:extLst>
          </p:cNvPr>
          <p:cNvSpPr/>
          <p:nvPr/>
        </p:nvSpPr>
        <p:spPr>
          <a:xfrm>
            <a:off x="8340099" y="3490836"/>
            <a:ext cx="1359377" cy="106635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PBO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0AEF933-7E79-4FB1-BB9B-627CE8706ED8}"/>
              </a:ext>
            </a:extLst>
          </p:cNvPr>
          <p:cNvSpPr/>
          <p:nvPr/>
        </p:nvSpPr>
        <p:spPr>
          <a:xfrm>
            <a:off x="9736639" y="3490836"/>
            <a:ext cx="1359377" cy="106635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Ryzen</a:t>
            </a:r>
          </a:p>
          <a:p>
            <a:pPr algn="ctr"/>
            <a:r>
              <a:rPr lang="en-GB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endParaRPr lang="en-GB" altLang="zh-TW" sz="28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9AA623-8B64-46BA-8BA8-362874068F00}"/>
              </a:ext>
            </a:extLst>
          </p:cNvPr>
          <p:cNvSpPr/>
          <p:nvPr/>
        </p:nvSpPr>
        <p:spPr>
          <a:xfrm>
            <a:off x="8324875" y="4648912"/>
            <a:ext cx="1374601" cy="96056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PCIE 4.0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25A1FE-17E5-45DE-8201-E13AE0D58CD3}"/>
              </a:ext>
            </a:extLst>
          </p:cNvPr>
          <p:cNvSpPr/>
          <p:nvPr/>
        </p:nvSpPr>
        <p:spPr>
          <a:xfrm>
            <a:off x="9742204" y="4648912"/>
            <a:ext cx="1374601" cy="96056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sz="14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configurable</a:t>
            </a:r>
            <a:r>
              <a:rPr lang="en-GB" altLang="zh-TW" sz="12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GB" altLang="zh-TW" sz="36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TDP</a:t>
            </a:r>
            <a:endParaRPr lang="en-GB" altLang="zh-TW" sz="12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B19FF1-85BB-42CC-B643-056F66C7B384}"/>
              </a:ext>
            </a:extLst>
          </p:cNvPr>
          <p:cNvSpPr/>
          <p:nvPr/>
        </p:nvSpPr>
        <p:spPr>
          <a:xfrm>
            <a:off x="1089252" y="5701196"/>
            <a:ext cx="10027553" cy="60062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Start from </a:t>
            </a:r>
            <a:r>
              <a:rPr lang="en-US" altLang="zh-TW" sz="2800" b="1" i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only</a:t>
            </a:r>
            <a:r>
              <a:rPr lang="en-US" altLang="zh-TW" sz="28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atin typeface="DengXian" panose="02010600030101010101" pitchFamily="2" charset="-122"/>
                <a:ea typeface="DengXian" panose="02010600030101010101" pitchFamily="2" charset="-122"/>
              </a:rPr>
              <a:t> NT$69999 ~ NT$84999</a:t>
            </a:r>
            <a:endParaRPr lang="en-GB" altLang="zh-TW" sz="2800" b="1" i="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0245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1E4D43-0BA4-4A49-B2BA-7F3EDD918188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1390</Words>
  <Application>Microsoft Office PowerPoint</Application>
  <PresentationFormat>Widescreen</PresentationFormat>
  <Paragraphs>424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Lim Kelvin</dc:creator>
  <cp:lastModifiedBy>Lim Kelvin</cp:lastModifiedBy>
  <cp:revision>33</cp:revision>
  <dcterms:created xsi:type="dcterms:W3CDTF">2025-11-12T11:20:17Z</dcterms:created>
  <dcterms:modified xsi:type="dcterms:W3CDTF">2025-12-15T13:14:22Z</dcterms:modified>
</cp:coreProperties>
</file>