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1" r:id="rId4"/>
    <p:sldId id="259" r:id="rId5"/>
    <p:sldId id="262" r:id="rId6"/>
    <p:sldId id="263" r:id="rId7"/>
    <p:sldId id="264" r:id="rId8"/>
    <p:sldId id="266" r:id="rId9"/>
    <p:sldId id="265" r:id="rId10"/>
    <p:sldId id="268" r:id="rId11"/>
    <p:sldId id="267" r:id="rId12"/>
    <p:sldId id="269" r:id="rId13"/>
    <p:sldId id="270" r:id="rId14"/>
    <p:sldId id="278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D"/>
    <a:srgbClr val="EAEAEA"/>
    <a:srgbClr val="000000"/>
    <a:srgbClr val="BDBDBD"/>
    <a:srgbClr val="262626"/>
    <a:srgbClr val="FFFFFF"/>
    <a:srgbClr val="6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63" autoAdjust="0"/>
  </p:normalViewPr>
  <p:slideViewPr>
    <p:cSldViewPr snapToGrid="0" showGuides="1">
      <p:cViewPr varScale="1">
        <p:scale>
          <a:sx n="150" d="100"/>
          <a:sy n="150" d="100"/>
        </p:scale>
        <p:origin x="57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m Kelvin" userId="624f6ae12bb7b72b" providerId="LiveId" clId="{F1251028-0FAA-4340-88A2-7AF13CC6F143}"/>
    <pc:docChg chg="undo redo custSel addSld delSld modSld sldOrd modMainMaster">
      <pc:chgData name="Lim Kelvin" userId="624f6ae12bb7b72b" providerId="LiveId" clId="{F1251028-0FAA-4340-88A2-7AF13CC6F143}" dt="2025-12-14T20:22:23.737" v="8101" actId="47"/>
      <pc:docMkLst>
        <pc:docMk/>
      </pc:docMkLst>
      <pc:sldChg chg="addSp delSp modSp new mod modTransition setBg">
        <pc:chgData name="Lim Kelvin" userId="624f6ae12bb7b72b" providerId="LiveId" clId="{F1251028-0FAA-4340-88A2-7AF13CC6F143}" dt="2025-12-14T16:16:54.970" v="4628" actId="21"/>
        <pc:sldMkLst>
          <pc:docMk/>
          <pc:sldMk cId="1149496986" sldId="256"/>
        </pc:sldMkLst>
        <pc:spChg chg="del">
          <ac:chgData name="Lim Kelvin" userId="624f6ae12bb7b72b" providerId="LiveId" clId="{F1251028-0FAA-4340-88A2-7AF13CC6F143}" dt="2025-11-12T11:20:28.783" v="1" actId="478"/>
          <ac:spMkLst>
            <pc:docMk/>
            <pc:sldMk cId="1149496986" sldId="256"/>
            <ac:spMk id="2" creationId="{DA89DE16-A044-4538-AA8F-47CE9016BB3A}"/>
          </ac:spMkLst>
        </pc:spChg>
        <pc:spChg chg="del">
          <ac:chgData name="Lim Kelvin" userId="624f6ae12bb7b72b" providerId="LiveId" clId="{F1251028-0FAA-4340-88A2-7AF13CC6F143}" dt="2025-11-12T11:20:30.601" v="2" actId="478"/>
          <ac:spMkLst>
            <pc:docMk/>
            <pc:sldMk cId="1149496986" sldId="256"/>
            <ac:spMk id="3" creationId="{CE0C589A-2F55-451D-9AF6-47A2D6C19541}"/>
          </ac:spMkLst>
        </pc:spChg>
        <pc:spChg chg="add del mod">
          <ac:chgData name="Lim Kelvin" userId="624f6ae12bb7b72b" providerId="LiveId" clId="{F1251028-0FAA-4340-88A2-7AF13CC6F143}" dt="2025-11-12T11:43:53.279" v="2274" actId="767"/>
          <ac:spMkLst>
            <pc:docMk/>
            <pc:sldMk cId="1149496986" sldId="256"/>
            <ac:spMk id="4" creationId="{2ECBBAB1-E462-46C7-9597-D11C0470F509}"/>
          </ac:spMkLst>
        </pc:spChg>
        <pc:spChg chg="add mod">
          <ac:chgData name="Lim Kelvin" userId="624f6ae12bb7b72b" providerId="LiveId" clId="{F1251028-0FAA-4340-88A2-7AF13CC6F143}" dt="2025-11-12T13:53:16.028" v="3771" actId="404"/>
          <ac:spMkLst>
            <pc:docMk/>
            <pc:sldMk cId="1149496986" sldId="256"/>
            <ac:spMk id="5" creationId="{0FC0A582-7681-4243-8139-C1E1C8376212}"/>
          </ac:spMkLst>
        </pc:spChg>
        <pc:spChg chg="add del mod">
          <ac:chgData name="Lim Kelvin" userId="624f6ae12bb7b72b" providerId="LiveId" clId="{F1251028-0FAA-4340-88A2-7AF13CC6F143}" dt="2025-11-12T13:13:51.279" v="3547" actId="478"/>
          <ac:spMkLst>
            <pc:docMk/>
            <pc:sldMk cId="1149496986" sldId="256"/>
            <ac:spMk id="8" creationId="{5679FAAF-9B04-43B7-B7D2-C7B43A4593A4}"/>
          </ac:spMkLst>
        </pc:spChg>
        <pc:spChg chg="add mod">
          <ac:chgData name="Lim Kelvin" userId="624f6ae12bb7b72b" providerId="LiveId" clId="{F1251028-0FAA-4340-88A2-7AF13CC6F143}" dt="2025-11-12T13:53:09.190" v="3770" actId="1076"/>
          <ac:spMkLst>
            <pc:docMk/>
            <pc:sldMk cId="1149496986" sldId="256"/>
            <ac:spMk id="9" creationId="{06105B47-C1BB-4E63-9FC1-A6182B04D0A2}"/>
          </ac:spMkLst>
        </pc:spChg>
        <pc:picChg chg="add mod">
          <ac:chgData name="Lim Kelvin" userId="624f6ae12bb7b72b" providerId="LiveId" clId="{F1251028-0FAA-4340-88A2-7AF13CC6F143}" dt="2025-11-12T13:15:12.600" v="3733" actId="1076"/>
          <ac:picMkLst>
            <pc:docMk/>
            <pc:sldMk cId="1149496986" sldId="256"/>
            <ac:picMk id="7" creationId="{4AACACF2-29AD-44CB-A4EA-77B01E052666}"/>
          </ac:picMkLst>
        </pc:picChg>
        <pc:cxnChg chg="add del mod">
          <ac:chgData name="Lim Kelvin" userId="624f6ae12bb7b72b" providerId="LiveId" clId="{F1251028-0FAA-4340-88A2-7AF13CC6F143}" dt="2025-12-14T16:16:54.970" v="4628" actId="21"/>
          <ac:cxnSpMkLst>
            <pc:docMk/>
            <pc:sldMk cId="1149496986" sldId="256"/>
            <ac:cxnSpMk id="3" creationId="{27F830CF-F807-4458-AAF9-D9209B01E0F2}"/>
          </ac:cxnSpMkLst>
        </pc:cxnChg>
      </pc:sldChg>
      <pc:sldChg chg="addSp delSp modSp add mod setBg">
        <pc:chgData name="Lim Kelvin" userId="624f6ae12bb7b72b" providerId="LiveId" clId="{F1251028-0FAA-4340-88A2-7AF13CC6F143}" dt="2025-12-14T14:54:02.771" v="3896"/>
        <pc:sldMkLst>
          <pc:docMk/>
          <pc:sldMk cId="69434451" sldId="257"/>
        </pc:sldMkLst>
        <pc:spChg chg="add del mod">
          <ac:chgData name="Lim Kelvin" userId="624f6ae12bb7b72b" providerId="LiveId" clId="{F1251028-0FAA-4340-88A2-7AF13CC6F143}" dt="2025-11-12T14:11:56.731" v="3867" actId="478"/>
          <ac:spMkLst>
            <pc:docMk/>
            <pc:sldMk cId="69434451" sldId="257"/>
            <ac:spMk id="4" creationId="{7917EBE6-CE76-47E1-AE74-A0E4896E4BD9}"/>
          </ac:spMkLst>
        </pc:spChg>
        <pc:spChg chg="del">
          <ac:chgData name="Lim Kelvin" userId="624f6ae12bb7b72b" providerId="LiveId" clId="{F1251028-0FAA-4340-88A2-7AF13CC6F143}" dt="2025-11-12T13:18:23.576" v="3743" actId="478"/>
          <ac:spMkLst>
            <pc:docMk/>
            <pc:sldMk cId="69434451" sldId="257"/>
            <ac:spMk id="5" creationId="{0FC0A582-7681-4243-8139-C1E1C8376212}"/>
          </ac:spMkLst>
        </pc:spChg>
        <pc:spChg chg="add del mod">
          <ac:chgData name="Lim Kelvin" userId="624f6ae12bb7b72b" providerId="LiveId" clId="{F1251028-0FAA-4340-88A2-7AF13CC6F143}" dt="2025-11-12T14:08:39.864" v="3801" actId="478"/>
          <ac:spMkLst>
            <pc:docMk/>
            <pc:sldMk cId="69434451" sldId="257"/>
            <ac:spMk id="6" creationId="{F557352E-92FC-4589-8847-68CAAE5C7CEA}"/>
          </ac:spMkLst>
        </pc:spChg>
        <pc:spChg chg="add del mod">
          <ac:chgData name="Lim Kelvin" userId="624f6ae12bb7b72b" providerId="LiveId" clId="{F1251028-0FAA-4340-88A2-7AF13CC6F143}" dt="2025-11-12T14:11:08.728" v="3864" actId="478"/>
          <ac:spMkLst>
            <pc:docMk/>
            <pc:sldMk cId="69434451" sldId="257"/>
            <ac:spMk id="8" creationId="{3E616DF2-92D3-4FDB-870D-46CC5A05B737}"/>
          </ac:spMkLst>
        </pc:spChg>
        <pc:spChg chg="del">
          <ac:chgData name="Lim Kelvin" userId="624f6ae12bb7b72b" providerId="LiveId" clId="{F1251028-0FAA-4340-88A2-7AF13CC6F143}" dt="2025-11-12T13:18:24.315" v="3744" actId="478"/>
          <ac:spMkLst>
            <pc:docMk/>
            <pc:sldMk cId="69434451" sldId="257"/>
            <ac:spMk id="9" creationId="{06105B47-C1BB-4E63-9FC1-A6182B04D0A2}"/>
          </ac:spMkLst>
        </pc:spChg>
        <pc:spChg chg="add del mod">
          <ac:chgData name="Lim Kelvin" userId="624f6ae12bb7b72b" providerId="LiveId" clId="{F1251028-0FAA-4340-88A2-7AF13CC6F143}" dt="2025-11-12T14:11:02.816" v="3863" actId="478"/>
          <ac:spMkLst>
            <pc:docMk/>
            <pc:sldMk cId="69434451" sldId="257"/>
            <ac:spMk id="10" creationId="{3856076D-E8EA-4BBE-BBFB-D4769F8B5647}"/>
          </ac:spMkLst>
        </pc:spChg>
        <pc:picChg chg="add mod">
          <ac:chgData name="Lim Kelvin" userId="624f6ae12bb7b72b" providerId="LiveId" clId="{F1251028-0FAA-4340-88A2-7AF13CC6F143}" dt="2025-11-12T14:09:23.573" v="3817" actId="1076"/>
          <ac:picMkLst>
            <pc:docMk/>
            <pc:sldMk cId="69434451" sldId="257"/>
            <ac:picMk id="3" creationId="{87FA7B6C-C6A7-4D6B-BBE0-7DC1CA37331A}"/>
          </ac:picMkLst>
        </pc:picChg>
        <pc:picChg chg="del mod">
          <ac:chgData name="Lim Kelvin" userId="624f6ae12bb7b72b" providerId="LiveId" clId="{F1251028-0FAA-4340-88A2-7AF13CC6F143}" dt="2025-11-12T13:28:41.734" v="3751" actId="478"/>
          <ac:picMkLst>
            <pc:docMk/>
            <pc:sldMk cId="69434451" sldId="257"/>
            <ac:picMk id="7" creationId="{4AACACF2-29AD-44CB-A4EA-77B01E052666}"/>
          </ac:picMkLst>
        </pc:picChg>
      </pc:sldChg>
      <pc:sldChg chg="delSp add del mod">
        <pc:chgData name="Lim Kelvin" userId="624f6ae12bb7b72b" providerId="LiveId" clId="{F1251028-0FAA-4340-88A2-7AF13CC6F143}" dt="2025-11-12T13:18:17.988" v="3740" actId="47"/>
        <pc:sldMkLst>
          <pc:docMk/>
          <pc:sldMk cId="678535418" sldId="257"/>
        </pc:sldMkLst>
        <pc:spChg chg="del">
          <ac:chgData name="Lim Kelvin" userId="624f6ae12bb7b72b" providerId="LiveId" clId="{F1251028-0FAA-4340-88A2-7AF13CC6F143}" dt="2025-11-12T13:15:52.850" v="3738" actId="478"/>
          <ac:spMkLst>
            <pc:docMk/>
            <pc:sldMk cId="678535418" sldId="257"/>
            <ac:spMk id="5" creationId="{0FC0A582-7681-4243-8139-C1E1C8376212}"/>
          </ac:spMkLst>
        </pc:spChg>
        <pc:spChg chg="del">
          <ac:chgData name="Lim Kelvin" userId="624f6ae12bb7b72b" providerId="LiveId" clId="{F1251028-0FAA-4340-88A2-7AF13CC6F143}" dt="2025-11-12T13:15:54.726" v="3739" actId="478"/>
          <ac:spMkLst>
            <pc:docMk/>
            <pc:sldMk cId="678535418" sldId="257"/>
            <ac:spMk id="9" creationId="{06105B47-C1BB-4E63-9FC1-A6182B04D0A2}"/>
          </ac:spMkLst>
        </pc:spChg>
        <pc:picChg chg="del">
          <ac:chgData name="Lim Kelvin" userId="624f6ae12bb7b72b" providerId="LiveId" clId="{F1251028-0FAA-4340-88A2-7AF13CC6F143}" dt="2025-11-12T13:15:50.166" v="3737" actId="478"/>
          <ac:picMkLst>
            <pc:docMk/>
            <pc:sldMk cId="678535418" sldId="257"/>
            <ac:picMk id="7" creationId="{4AACACF2-29AD-44CB-A4EA-77B01E052666}"/>
          </ac:picMkLst>
        </pc:picChg>
      </pc:sldChg>
      <pc:sldChg chg="delSp add del mod">
        <pc:chgData name="Lim Kelvin" userId="624f6ae12bb7b72b" providerId="LiveId" clId="{F1251028-0FAA-4340-88A2-7AF13CC6F143}" dt="2025-11-12T13:43:06.455" v="3762" actId="47"/>
        <pc:sldMkLst>
          <pc:docMk/>
          <pc:sldMk cId="1993304080" sldId="258"/>
        </pc:sldMkLst>
        <pc:picChg chg="del">
          <ac:chgData name="Lim Kelvin" userId="624f6ae12bb7b72b" providerId="LiveId" clId="{F1251028-0FAA-4340-88A2-7AF13CC6F143}" dt="2025-11-12T13:19:04.400" v="3750" actId="478"/>
          <ac:picMkLst>
            <pc:docMk/>
            <pc:sldMk cId="1993304080" sldId="258"/>
            <ac:picMk id="7" creationId="{4AACACF2-29AD-44CB-A4EA-77B01E052666}"/>
          </ac:picMkLst>
        </pc:picChg>
      </pc:sldChg>
      <pc:sldChg chg="addSp delSp modSp add mod setBg">
        <pc:chgData name="Lim Kelvin" userId="624f6ae12bb7b72b" providerId="LiveId" clId="{F1251028-0FAA-4340-88A2-7AF13CC6F143}" dt="2025-12-14T14:58:18.451" v="4036" actId="1076"/>
        <pc:sldMkLst>
          <pc:docMk/>
          <pc:sldMk cId="1227273869" sldId="259"/>
        </pc:sldMkLst>
        <pc:spChg chg="add mod">
          <ac:chgData name="Lim Kelvin" userId="624f6ae12bb7b72b" providerId="LiveId" clId="{F1251028-0FAA-4340-88A2-7AF13CC6F143}" dt="2025-12-14T14:58:18.451" v="4036" actId="1076"/>
          <ac:spMkLst>
            <pc:docMk/>
            <pc:sldMk cId="1227273869" sldId="259"/>
            <ac:spMk id="5" creationId="{DBCB5AEB-778F-4E5A-9F6C-E765D3FC0DB8}"/>
          </ac:spMkLst>
        </pc:spChg>
        <pc:spChg chg="add mod">
          <ac:chgData name="Lim Kelvin" userId="624f6ae12bb7b72b" providerId="LiveId" clId="{F1251028-0FAA-4340-88A2-7AF13CC6F143}" dt="2025-12-14T14:58:18.451" v="4036" actId="1076"/>
          <ac:spMkLst>
            <pc:docMk/>
            <pc:sldMk cId="1227273869" sldId="259"/>
            <ac:spMk id="6" creationId="{F17CE65D-AB6E-41C9-9516-DDDD5F53C85C}"/>
          </ac:spMkLst>
        </pc:spChg>
        <pc:spChg chg="add mod">
          <ac:chgData name="Lim Kelvin" userId="624f6ae12bb7b72b" providerId="LiveId" clId="{F1251028-0FAA-4340-88A2-7AF13CC6F143}" dt="2025-12-14T14:58:18.451" v="4036" actId="1076"/>
          <ac:spMkLst>
            <pc:docMk/>
            <pc:sldMk cId="1227273869" sldId="259"/>
            <ac:spMk id="7" creationId="{64DF63D9-C80F-49FF-8CEA-AEFCE24A8BB3}"/>
          </ac:spMkLst>
        </pc:spChg>
        <pc:picChg chg="mod">
          <ac:chgData name="Lim Kelvin" userId="624f6ae12bb7b72b" providerId="LiveId" clId="{F1251028-0FAA-4340-88A2-7AF13CC6F143}" dt="2025-12-14T14:58:18.451" v="4036" actId="1076"/>
          <ac:picMkLst>
            <pc:docMk/>
            <pc:sldMk cId="1227273869" sldId="259"/>
            <ac:picMk id="3" creationId="{87FA7B6C-C6A7-4D6B-BBE0-7DC1CA37331A}"/>
          </ac:picMkLst>
        </pc:picChg>
        <pc:picChg chg="add del">
          <ac:chgData name="Lim Kelvin" userId="624f6ae12bb7b72b" providerId="LiveId" clId="{F1251028-0FAA-4340-88A2-7AF13CC6F143}" dt="2025-11-12T14:55:39.954" v="3877" actId="22"/>
          <ac:picMkLst>
            <pc:docMk/>
            <pc:sldMk cId="1227273869" sldId="259"/>
            <ac:picMk id="4" creationId="{0D3D292A-30A0-4348-ACE8-2FC5DB35060D}"/>
          </ac:picMkLst>
        </pc:picChg>
      </pc:sldChg>
      <pc:sldChg chg="delSp add del mod">
        <pc:chgData name="Lim Kelvin" userId="624f6ae12bb7b72b" providerId="LiveId" clId="{F1251028-0FAA-4340-88A2-7AF13CC6F143}" dt="2025-11-12T14:30:51.379" v="3869" actId="47"/>
        <pc:sldMkLst>
          <pc:docMk/>
          <pc:sldMk cId="3821458616" sldId="260"/>
        </pc:sldMkLst>
        <pc:spChg chg="del">
          <ac:chgData name="Lim Kelvin" userId="624f6ae12bb7b72b" providerId="LiveId" clId="{F1251028-0FAA-4340-88A2-7AF13CC6F143}" dt="2025-11-12T14:11:34.368" v="3865" actId="478"/>
          <ac:spMkLst>
            <pc:docMk/>
            <pc:sldMk cId="3821458616" sldId="260"/>
            <ac:spMk id="10" creationId="{3856076D-E8EA-4BBE-BBFB-D4769F8B5647}"/>
          </ac:spMkLst>
        </pc:spChg>
      </pc:sldChg>
      <pc:sldChg chg="addSp delSp modSp add setBg">
        <pc:chgData name="Lim Kelvin" userId="624f6ae12bb7b72b" providerId="LiveId" clId="{F1251028-0FAA-4340-88A2-7AF13CC6F143}" dt="2025-12-14T14:54:02.771" v="3896"/>
        <pc:sldMkLst>
          <pc:docMk/>
          <pc:sldMk cId="4168088826" sldId="261"/>
        </pc:sldMkLst>
        <pc:spChg chg="add del mod">
          <ac:chgData name="Lim Kelvin" userId="624f6ae12bb7b72b" providerId="LiveId" clId="{F1251028-0FAA-4340-88A2-7AF13CC6F143}" dt="2025-11-12T14:56:25.003" v="3886"/>
          <ac:spMkLst>
            <pc:docMk/>
            <pc:sldMk cId="4168088826" sldId="261"/>
            <ac:spMk id="6" creationId="{21C811F1-A213-4EB7-8E46-EB34988BA4EE}"/>
          </ac:spMkLst>
        </pc:spChg>
      </pc:sldChg>
      <pc:sldChg chg="add del">
        <pc:chgData name="Lim Kelvin" userId="624f6ae12bb7b72b" providerId="LiveId" clId="{F1251028-0FAA-4340-88A2-7AF13CC6F143}" dt="2025-11-12T14:30:50.121" v="3868" actId="47"/>
        <pc:sldMkLst>
          <pc:docMk/>
          <pc:sldMk cId="2926636416" sldId="262"/>
        </pc:sldMkLst>
      </pc:sldChg>
      <pc:sldChg chg="addSp modSp add mod setBg">
        <pc:chgData name="Lim Kelvin" userId="624f6ae12bb7b72b" providerId="LiveId" clId="{F1251028-0FAA-4340-88A2-7AF13CC6F143}" dt="2025-12-14T14:54:02.771" v="3896"/>
        <pc:sldMkLst>
          <pc:docMk/>
          <pc:sldMk cId="3746620874" sldId="262"/>
        </pc:sldMkLst>
        <pc:picChg chg="add mod">
          <ac:chgData name="Lim Kelvin" userId="624f6ae12bb7b72b" providerId="LiveId" clId="{F1251028-0FAA-4340-88A2-7AF13CC6F143}" dt="2025-11-12T14:54:31.680" v="3875" actId="14100"/>
          <ac:picMkLst>
            <pc:docMk/>
            <pc:sldMk cId="3746620874" sldId="262"/>
            <ac:picMk id="4" creationId="{A5F07E7C-678F-4271-B22F-2F8E2FAC3E02}"/>
          </ac:picMkLst>
        </pc:picChg>
      </pc:sldChg>
      <pc:sldChg chg="add">
        <pc:chgData name="Lim Kelvin" userId="624f6ae12bb7b72b" providerId="LiveId" clId="{F1251028-0FAA-4340-88A2-7AF13CC6F143}" dt="2025-12-14T14:56:05.191" v="4030" actId="2890"/>
        <pc:sldMkLst>
          <pc:docMk/>
          <pc:sldMk cId="2969836574" sldId="263"/>
        </pc:sldMkLst>
      </pc:sldChg>
      <pc:sldChg chg="addSp delSp modSp add mod">
        <pc:chgData name="Lim Kelvin" userId="624f6ae12bb7b72b" providerId="LiveId" clId="{F1251028-0FAA-4340-88A2-7AF13CC6F143}" dt="2025-12-14T16:18:57.109" v="4659" actId="14100"/>
        <pc:sldMkLst>
          <pc:docMk/>
          <pc:sldMk cId="2271038724" sldId="264"/>
        </pc:sldMkLst>
        <pc:spChg chg="add del mod">
          <ac:chgData name="Lim Kelvin" userId="624f6ae12bb7b72b" providerId="LiveId" clId="{F1251028-0FAA-4340-88A2-7AF13CC6F143}" dt="2025-12-14T15:11:03.064" v="4205" actId="478"/>
          <ac:spMkLst>
            <pc:docMk/>
            <pc:sldMk cId="2271038724" sldId="264"/>
            <ac:spMk id="2" creationId="{00E41492-7B83-433D-BA49-C42A86721A2B}"/>
          </ac:spMkLst>
        </pc:spChg>
        <pc:spChg chg="add del mod">
          <ac:chgData name="Lim Kelvin" userId="624f6ae12bb7b72b" providerId="LiveId" clId="{F1251028-0FAA-4340-88A2-7AF13CC6F143}" dt="2025-12-14T15:06:16.196" v="4165" actId="1076"/>
          <ac:spMkLst>
            <pc:docMk/>
            <pc:sldMk cId="2271038724" sldId="264"/>
            <ac:spMk id="5" creationId="{3BAF0207-B444-4304-9666-A12A1F324F4F}"/>
          </ac:spMkLst>
        </pc:spChg>
        <pc:spChg chg="add del mod">
          <ac:chgData name="Lim Kelvin" userId="624f6ae12bb7b72b" providerId="LiveId" clId="{F1251028-0FAA-4340-88A2-7AF13CC6F143}" dt="2025-12-14T15:11:03.769" v="4206" actId="478"/>
          <ac:spMkLst>
            <pc:docMk/>
            <pc:sldMk cId="2271038724" sldId="264"/>
            <ac:spMk id="6" creationId="{CB26C1CB-AD78-4FDC-9F22-11262D216068}"/>
          </ac:spMkLst>
        </pc:spChg>
        <pc:picChg chg="del">
          <ac:chgData name="Lim Kelvin" userId="624f6ae12bb7b72b" providerId="LiveId" clId="{F1251028-0FAA-4340-88A2-7AF13CC6F143}" dt="2025-12-14T14:58:34.861" v="4039" actId="478"/>
          <ac:picMkLst>
            <pc:docMk/>
            <pc:sldMk cId="2271038724" sldId="264"/>
            <ac:picMk id="3" creationId="{87FA7B6C-C6A7-4D6B-BBE0-7DC1CA37331A}"/>
          </ac:picMkLst>
        </pc:picChg>
        <pc:picChg chg="del">
          <ac:chgData name="Lim Kelvin" userId="624f6ae12bb7b72b" providerId="LiveId" clId="{F1251028-0FAA-4340-88A2-7AF13CC6F143}" dt="2025-12-14T14:58:32.388" v="4038" actId="478"/>
          <ac:picMkLst>
            <pc:docMk/>
            <pc:sldMk cId="2271038724" sldId="264"/>
            <ac:picMk id="4" creationId="{A5F07E7C-678F-4271-B22F-2F8E2FAC3E02}"/>
          </ac:picMkLst>
        </pc:picChg>
        <pc:cxnChg chg="add mod">
          <ac:chgData name="Lim Kelvin" userId="624f6ae12bb7b72b" providerId="LiveId" clId="{F1251028-0FAA-4340-88A2-7AF13CC6F143}" dt="2025-12-14T16:18:53.914" v="4658" actId="14100"/>
          <ac:cxnSpMkLst>
            <pc:docMk/>
            <pc:sldMk cId="2271038724" sldId="264"/>
            <ac:cxnSpMk id="7" creationId="{799DA638-12BC-4CC2-BD5B-8CEA0D649EE2}"/>
          </ac:cxnSpMkLst>
        </pc:cxnChg>
        <pc:cxnChg chg="add mod">
          <ac:chgData name="Lim Kelvin" userId="624f6ae12bb7b72b" providerId="LiveId" clId="{F1251028-0FAA-4340-88A2-7AF13CC6F143}" dt="2025-12-14T16:18:57.109" v="4659" actId="14100"/>
          <ac:cxnSpMkLst>
            <pc:docMk/>
            <pc:sldMk cId="2271038724" sldId="264"/>
            <ac:cxnSpMk id="8" creationId="{700056B0-C72E-4677-BF63-E807EDACFEB5}"/>
          </ac:cxnSpMkLst>
        </pc:cxnChg>
      </pc:sldChg>
      <pc:sldChg chg="delSp add del mod">
        <pc:chgData name="Lim Kelvin" userId="624f6ae12bb7b72b" providerId="LiveId" clId="{F1251028-0FAA-4340-88A2-7AF13CC6F143}" dt="2025-12-14T15:02:00.031" v="4103" actId="47"/>
        <pc:sldMkLst>
          <pc:docMk/>
          <pc:sldMk cId="3271216051" sldId="265"/>
        </pc:sldMkLst>
        <pc:picChg chg="del">
          <ac:chgData name="Lim Kelvin" userId="624f6ae12bb7b72b" providerId="LiveId" clId="{F1251028-0FAA-4340-88A2-7AF13CC6F143}" dt="2025-12-14T15:01:03.752" v="4102" actId="478"/>
          <ac:picMkLst>
            <pc:docMk/>
            <pc:sldMk cId="3271216051" sldId="265"/>
            <ac:picMk id="3" creationId="{87FA7B6C-C6A7-4D6B-BBE0-7DC1CA37331A}"/>
          </ac:picMkLst>
        </pc:picChg>
        <pc:picChg chg="del">
          <ac:chgData name="Lim Kelvin" userId="624f6ae12bb7b72b" providerId="LiveId" clId="{F1251028-0FAA-4340-88A2-7AF13CC6F143}" dt="2025-12-14T15:01:01.255" v="4101" actId="478"/>
          <ac:picMkLst>
            <pc:docMk/>
            <pc:sldMk cId="3271216051" sldId="265"/>
            <ac:picMk id="4" creationId="{A5F07E7C-678F-4271-B22F-2F8E2FAC3E02}"/>
          </ac:picMkLst>
        </pc:picChg>
      </pc:sldChg>
      <pc:sldChg chg="addSp modSp add mod">
        <pc:chgData name="Lim Kelvin" userId="624f6ae12bb7b72b" providerId="LiveId" clId="{F1251028-0FAA-4340-88A2-7AF13CC6F143}" dt="2025-12-14T20:20:00.351" v="8093" actId="1076"/>
        <pc:sldMkLst>
          <pc:docMk/>
          <pc:sldMk cId="4287900417" sldId="265"/>
        </pc:sldMkLst>
        <pc:spChg chg="mod">
          <ac:chgData name="Lim Kelvin" userId="624f6ae12bb7b72b" providerId="LiveId" clId="{F1251028-0FAA-4340-88A2-7AF13CC6F143}" dt="2025-12-14T15:12:26.894" v="4263" actId="1076"/>
          <ac:spMkLst>
            <pc:docMk/>
            <pc:sldMk cId="4287900417" sldId="265"/>
            <ac:spMk id="5" creationId="{3BAF0207-B444-4304-9666-A12A1F324F4F}"/>
          </ac:spMkLst>
        </pc:spChg>
        <pc:spChg chg="add mod">
          <ac:chgData name="Lim Kelvin" userId="624f6ae12bb7b72b" providerId="LiveId" clId="{F1251028-0FAA-4340-88A2-7AF13CC6F143}" dt="2025-12-14T20:20:00.351" v="8093" actId="1076"/>
          <ac:spMkLst>
            <pc:docMk/>
            <pc:sldMk cId="4287900417" sldId="265"/>
            <ac:spMk id="11" creationId="{994639DA-E33A-47C0-888D-C1F3A6308374}"/>
          </ac:spMkLst>
        </pc:spChg>
        <pc:cxnChg chg="add mod">
          <ac:chgData name="Lim Kelvin" userId="624f6ae12bb7b72b" providerId="LiveId" clId="{F1251028-0FAA-4340-88A2-7AF13CC6F143}" dt="2025-12-14T16:18:20.469" v="4648" actId="14100"/>
          <ac:cxnSpMkLst>
            <pc:docMk/>
            <pc:sldMk cId="4287900417" sldId="265"/>
            <ac:cxnSpMk id="3" creationId="{6645B254-86F4-4A0F-91D4-1D8AE4F4E5FC}"/>
          </ac:cxnSpMkLst>
        </pc:cxnChg>
        <pc:cxnChg chg="add mod">
          <ac:chgData name="Lim Kelvin" userId="624f6ae12bb7b72b" providerId="LiveId" clId="{F1251028-0FAA-4340-88A2-7AF13CC6F143}" dt="2025-12-14T16:18:27.067" v="4652" actId="1076"/>
          <ac:cxnSpMkLst>
            <pc:docMk/>
            <pc:sldMk cId="4287900417" sldId="265"/>
            <ac:cxnSpMk id="8" creationId="{E1C05AFD-7532-403B-B513-88071C2FF763}"/>
          </ac:cxnSpMkLst>
        </pc:cxnChg>
      </pc:sldChg>
      <pc:sldChg chg="addSp delSp modSp add mod">
        <pc:chgData name="Lim Kelvin" userId="624f6ae12bb7b72b" providerId="LiveId" clId="{F1251028-0FAA-4340-88A2-7AF13CC6F143}" dt="2025-12-14T19:33:44.843" v="7348" actId="1076"/>
        <pc:sldMkLst>
          <pc:docMk/>
          <pc:sldMk cId="347776168" sldId="266"/>
        </pc:sldMkLst>
        <pc:spChg chg="mod">
          <ac:chgData name="Lim Kelvin" userId="624f6ae12bb7b72b" providerId="LiveId" clId="{F1251028-0FAA-4340-88A2-7AF13CC6F143}" dt="2025-12-14T19:33:43.383" v="7347" actId="1076"/>
          <ac:spMkLst>
            <pc:docMk/>
            <pc:sldMk cId="347776168" sldId="266"/>
            <ac:spMk id="2" creationId="{00E41492-7B83-433D-BA49-C42A86721A2B}"/>
          </ac:spMkLst>
        </pc:spChg>
        <pc:spChg chg="del">
          <ac:chgData name="Lim Kelvin" userId="624f6ae12bb7b72b" providerId="LiveId" clId="{F1251028-0FAA-4340-88A2-7AF13CC6F143}" dt="2025-12-14T15:06:24.176" v="4167" actId="478"/>
          <ac:spMkLst>
            <pc:docMk/>
            <pc:sldMk cId="347776168" sldId="266"/>
            <ac:spMk id="5" creationId="{3BAF0207-B444-4304-9666-A12A1F324F4F}"/>
          </ac:spMkLst>
        </pc:spChg>
        <pc:spChg chg="mod">
          <ac:chgData name="Lim Kelvin" userId="624f6ae12bb7b72b" providerId="LiveId" clId="{F1251028-0FAA-4340-88A2-7AF13CC6F143}" dt="2025-12-14T19:33:44.843" v="7348" actId="1076"/>
          <ac:spMkLst>
            <pc:docMk/>
            <pc:sldMk cId="347776168" sldId="266"/>
            <ac:spMk id="6" creationId="{CB26C1CB-AD78-4FDC-9F22-11262D216068}"/>
          </ac:spMkLst>
        </pc:spChg>
        <pc:spChg chg="add del mod">
          <ac:chgData name="Lim Kelvin" userId="624f6ae12bb7b72b" providerId="LiveId" clId="{F1251028-0FAA-4340-88A2-7AF13CC6F143}" dt="2025-12-14T15:06:44.973" v="4172" actId="478"/>
          <ac:spMkLst>
            <pc:docMk/>
            <pc:sldMk cId="347776168" sldId="266"/>
            <ac:spMk id="7" creationId="{49D2E241-3556-4365-9D3E-D5C6C4295244}"/>
          </ac:spMkLst>
        </pc:spChg>
        <pc:spChg chg="add mod">
          <ac:chgData name="Lim Kelvin" userId="624f6ae12bb7b72b" providerId="LiveId" clId="{F1251028-0FAA-4340-88A2-7AF13CC6F143}" dt="2025-12-14T19:33:41.639" v="7346" actId="1076"/>
          <ac:spMkLst>
            <pc:docMk/>
            <pc:sldMk cId="347776168" sldId="266"/>
            <ac:spMk id="8" creationId="{731FA9D5-2238-4DF2-A6CB-3E9FAF48CC11}"/>
          </ac:spMkLst>
        </pc:spChg>
        <pc:spChg chg="add mod">
          <ac:chgData name="Lim Kelvin" userId="624f6ae12bb7b72b" providerId="LiveId" clId="{F1251028-0FAA-4340-88A2-7AF13CC6F143}" dt="2025-12-14T15:10:56.533" v="4202" actId="1076"/>
          <ac:spMkLst>
            <pc:docMk/>
            <pc:sldMk cId="347776168" sldId="266"/>
            <ac:spMk id="9" creationId="{43639884-E84C-482D-8912-722A85723EA9}"/>
          </ac:spMkLst>
        </pc:spChg>
        <pc:spChg chg="add mod">
          <ac:chgData name="Lim Kelvin" userId="624f6ae12bb7b72b" providerId="LiveId" clId="{F1251028-0FAA-4340-88A2-7AF13CC6F143}" dt="2025-12-14T15:10:58.149" v="4203" actId="1076"/>
          <ac:spMkLst>
            <pc:docMk/>
            <pc:sldMk cId="347776168" sldId="266"/>
            <ac:spMk id="10" creationId="{F8A0DC30-48F4-4CA5-9386-0CDB6D72F16B}"/>
          </ac:spMkLst>
        </pc:spChg>
        <pc:spChg chg="add mod">
          <ac:chgData name="Lim Kelvin" userId="624f6ae12bb7b72b" providerId="LiveId" clId="{F1251028-0FAA-4340-88A2-7AF13CC6F143}" dt="2025-12-14T15:10:38.717" v="4201" actId="1076"/>
          <ac:spMkLst>
            <pc:docMk/>
            <pc:sldMk cId="347776168" sldId="266"/>
            <ac:spMk id="12" creationId="{0A87A8C5-C3D6-4E65-B31A-16423022E372}"/>
          </ac:spMkLst>
        </pc:spChg>
        <pc:spChg chg="add mod">
          <ac:chgData name="Lim Kelvin" userId="624f6ae12bb7b72b" providerId="LiveId" clId="{F1251028-0FAA-4340-88A2-7AF13CC6F143}" dt="2025-12-14T15:10:35.176" v="4200" actId="1076"/>
          <ac:spMkLst>
            <pc:docMk/>
            <pc:sldMk cId="347776168" sldId="266"/>
            <ac:spMk id="14" creationId="{15CD2E47-0D44-4FAE-8D46-13744BB65A8F}"/>
          </ac:spMkLst>
        </pc:spChg>
      </pc:sldChg>
      <pc:sldChg chg="addSp delSp modSp add mod">
        <pc:chgData name="Lim Kelvin" userId="624f6ae12bb7b72b" providerId="LiveId" clId="{F1251028-0FAA-4340-88A2-7AF13CC6F143}" dt="2025-12-14T15:12:09.963" v="4247"/>
        <pc:sldMkLst>
          <pc:docMk/>
          <pc:sldMk cId="3234042550" sldId="267"/>
        </pc:sldMkLst>
        <pc:spChg chg="del">
          <ac:chgData name="Lim Kelvin" userId="624f6ae12bb7b72b" providerId="LiveId" clId="{F1251028-0FAA-4340-88A2-7AF13CC6F143}" dt="2025-12-14T15:12:00.017" v="4246" actId="478"/>
          <ac:spMkLst>
            <pc:docMk/>
            <pc:sldMk cId="3234042550" sldId="267"/>
            <ac:spMk id="5" creationId="{3BAF0207-B444-4304-9666-A12A1F324F4F}"/>
          </ac:spMkLst>
        </pc:spChg>
        <pc:picChg chg="add mod">
          <ac:chgData name="Lim Kelvin" userId="624f6ae12bb7b72b" providerId="LiveId" clId="{F1251028-0FAA-4340-88A2-7AF13CC6F143}" dt="2025-12-14T15:12:09.963" v="4247"/>
          <ac:picMkLst>
            <pc:docMk/>
            <pc:sldMk cId="3234042550" sldId="267"/>
            <ac:picMk id="3" creationId="{627395E9-AC0B-4100-BACE-A60A31775814}"/>
          </ac:picMkLst>
        </pc:picChg>
      </pc:sldChg>
      <pc:sldChg chg="addSp delSp modSp add mod ord">
        <pc:chgData name="Lim Kelvin" userId="624f6ae12bb7b72b" providerId="LiveId" clId="{F1251028-0FAA-4340-88A2-7AF13CC6F143}" dt="2025-12-14T18:02:02.016" v="5962"/>
        <pc:sldMkLst>
          <pc:docMk/>
          <pc:sldMk cId="384026966" sldId="268"/>
        </pc:sldMkLst>
        <pc:picChg chg="del">
          <ac:chgData name="Lim Kelvin" userId="624f6ae12bb7b72b" providerId="LiveId" clId="{F1251028-0FAA-4340-88A2-7AF13CC6F143}" dt="2025-12-14T15:12:34.924" v="4265" actId="478"/>
          <ac:picMkLst>
            <pc:docMk/>
            <pc:sldMk cId="384026966" sldId="268"/>
            <ac:picMk id="3" creationId="{627395E9-AC0B-4100-BACE-A60A31775814}"/>
          </ac:picMkLst>
        </pc:picChg>
        <pc:picChg chg="add mod modCrop">
          <ac:chgData name="Lim Kelvin" userId="624f6ae12bb7b72b" providerId="LiveId" clId="{F1251028-0FAA-4340-88A2-7AF13CC6F143}" dt="2025-12-14T15:13:47.327" v="4291" actId="1076"/>
          <ac:picMkLst>
            <pc:docMk/>
            <pc:sldMk cId="384026966" sldId="268"/>
            <ac:picMk id="4" creationId="{BF247AFE-CC9C-4EDA-94FA-49936E4503F2}"/>
          </ac:picMkLst>
        </pc:picChg>
        <pc:picChg chg="add mod modCrop">
          <ac:chgData name="Lim Kelvin" userId="624f6ae12bb7b72b" providerId="LiveId" clId="{F1251028-0FAA-4340-88A2-7AF13CC6F143}" dt="2025-12-14T15:13:53.465" v="4294" actId="1076"/>
          <ac:picMkLst>
            <pc:docMk/>
            <pc:sldMk cId="384026966" sldId="268"/>
            <ac:picMk id="6" creationId="{1564F673-60F2-49BB-B600-E5BEE258EB37}"/>
          </ac:picMkLst>
        </pc:picChg>
      </pc:sldChg>
      <pc:sldChg chg="addSp delSp modSp add mod">
        <pc:chgData name="Lim Kelvin" userId="624f6ae12bb7b72b" providerId="LiveId" clId="{F1251028-0FAA-4340-88A2-7AF13CC6F143}" dt="2025-12-14T16:01:56.605" v="4298"/>
        <pc:sldMkLst>
          <pc:docMk/>
          <pc:sldMk cId="1900291662" sldId="269"/>
        </pc:sldMkLst>
        <pc:picChg chg="add mod">
          <ac:chgData name="Lim Kelvin" userId="624f6ae12bb7b72b" providerId="LiveId" clId="{F1251028-0FAA-4340-88A2-7AF13CC6F143}" dt="2025-12-14T16:01:56.605" v="4298"/>
          <ac:picMkLst>
            <pc:docMk/>
            <pc:sldMk cId="1900291662" sldId="269"/>
            <ac:picMk id="3" creationId="{FE96789F-5EE3-48C2-818F-7BB6A6F6022E}"/>
          </ac:picMkLst>
        </pc:picChg>
        <pc:picChg chg="del">
          <ac:chgData name="Lim Kelvin" userId="624f6ae12bb7b72b" providerId="LiveId" clId="{F1251028-0FAA-4340-88A2-7AF13CC6F143}" dt="2025-12-14T16:01:46.653" v="4297" actId="478"/>
          <ac:picMkLst>
            <pc:docMk/>
            <pc:sldMk cId="1900291662" sldId="269"/>
            <ac:picMk id="4" creationId="{BF247AFE-CC9C-4EDA-94FA-49936E4503F2}"/>
          </ac:picMkLst>
        </pc:picChg>
        <pc:picChg chg="del">
          <ac:chgData name="Lim Kelvin" userId="624f6ae12bb7b72b" providerId="LiveId" clId="{F1251028-0FAA-4340-88A2-7AF13CC6F143}" dt="2025-12-14T16:01:46.404" v="4296" actId="478"/>
          <ac:picMkLst>
            <pc:docMk/>
            <pc:sldMk cId="1900291662" sldId="269"/>
            <ac:picMk id="6" creationId="{1564F673-60F2-49BB-B600-E5BEE258EB37}"/>
          </ac:picMkLst>
        </pc:picChg>
      </pc:sldChg>
      <pc:sldChg chg="addSp delSp modSp add mod">
        <pc:chgData name="Lim Kelvin" userId="624f6ae12bb7b72b" providerId="LiveId" clId="{F1251028-0FAA-4340-88A2-7AF13CC6F143}" dt="2025-12-14T16:02:01.733" v="4301"/>
        <pc:sldMkLst>
          <pc:docMk/>
          <pc:sldMk cId="4145207022" sldId="270"/>
        </pc:sldMkLst>
        <pc:picChg chg="del">
          <ac:chgData name="Lim Kelvin" userId="624f6ae12bb7b72b" providerId="LiveId" clId="{F1251028-0FAA-4340-88A2-7AF13CC6F143}" dt="2025-12-14T16:01:59.864" v="4300" actId="478"/>
          <ac:picMkLst>
            <pc:docMk/>
            <pc:sldMk cId="4145207022" sldId="270"/>
            <ac:picMk id="3" creationId="{FE96789F-5EE3-48C2-818F-7BB6A6F6022E}"/>
          </ac:picMkLst>
        </pc:picChg>
        <pc:picChg chg="add mod">
          <ac:chgData name="Lim Kelvin" userId="624f6ae12bb7b72b" providerId="LiveId" clId="{F1251028-0FAA-4340-88A2-7AF13CC6F143}" dt="2025-12-14T16:02:01.733" v="4301"/>
          <ac:picMkLst>
            <pc:docMk/>
            <pc:sldMk cId="4145207022" sldId="270"/>
            <ac:picMk id="4" creationId="{317D5666-B79C-4330-BDD9-DDA05118091C}"/>
          </ac:picMkLst>
        </pc:picChg>
      </pc:sldChg>
      <pc:sldChg chg="addSp delSp modSp add mod">
        <pc:chgData name="Lim Kelvin" userId="624f6ae12bb7b72b" providerId="LiveId" clId="{F1251028-0FAA-4340-88A2-7AF13CC6F143}" dt="2025-12-14T16:21:13.028" v="4679" actId="21"/>
        <pc:sldMkLst>
          <pc:docMk/>
          <pc:sldMk cId="979698497" sldId="271"/>
        </pc:sldMkLst>
        <pc:spChg chg="add mod">
          <ac:chgData name="Lim Kelvin" userId="624f6ae12bb7b72b" providerId="LiveId" clId="{F1251028-0FAA-4340-88A2-7AF13CC6F143}" dt="2025-12-14T16:07:42.704" v="4320" actId="1076"/>
          <ac:spMkLst>
            <pc:docMk/>
            <pc:sldMk cId="979698497" sldId="271"/>
            <ac:spMk id="3" creationId="{F7E51A51-B4BA-4D7A-BB30-CC47C29451F0}"/>
          </ac:spMkLst>
        </pc:spChg>
        <pc:spChg chg="add del mod">
          <ac:chgData name="Lim Kelvin" userId="624f6ae12bb7b72b" providerId="LiveId" clId="{F1251028-0FAA-4340-88A2-7AF13CC6F143}" dt="2025-12-14T16:21:13.028" v="4679" actId="21"/>
          <ac:spMkLst>
            <pc:docMk/>
            <pc:sldMk cId="979698497" sldId="271"/>
            <ac:spMk id="8" creationId="{298381E5-FE31-4EDE-8A3A-D0987CDFA906}"/>
          </ac:spMkLst>
        </pc:spChg>
        <pc:picChg chg="del">
          <ac:chgData name="Lim Kelvin" userId="624f6ae12bb7b72b" providerId="LiveId" clId="{F1251028-0FAA-4340-88A2-7AF13CC6F143}" dt="2025-12-14T16:07:31.436" v="4303" actId="478"/>
          <ac:picMkLst>
            <pc:docMk/>
            <pc:sldMk cId="979698497" sldId="271"/>
            <ac:picMk id="4" creationId="{317D5666-B79C-4330-BDD9-DDA05118091C}"/>
          </ac:picMkLst>
        </pc:picChg>
        <pc:cxnChg chg="add del mod">
          <ac:chgData name="Lim Kelvin" userId="624f6ae12bb7b72b" providerId="LiveId" clId="{F1251028-0FAA-4340-88A2-7AF13CC6F143}" dt="2025-12-14T16:18:12.194" v="4646"/>
          <ac:cxnSpMkLst>
            <pc:docMk/>
            <pc:sldMk cId="979698497" sldId="271"/>
            <ac:cxnSpMk id="5" creationId="{2161CACF-8DA5-446C-989E-3AFACED6F838}"/>
          </ac:cxnSpMkLst>
        </pc:cxnChg>
        <pc:cxnChg chg="add mod">
          <ac:chgData name="Lim Kelvin" userId="624f6ae12bb7b72b" providerId="LiveId" clId="{F1251028-0FAA-4340-88A2-7AF13CC6F143}" dt="2025-12-14T16:18:39.346" v="4655" actId="14100"/>
          <ac:cxnSpMkLst>
            <pc:docMk/>
            <pc:sldMk cId="979698497" sldId="271"/>
            <ac:cxnSpMk id="6" creationId="{C7221B7C-52D1-4BF4-B9D3-9B20CF7272DB}"/>
          </ac:cxnSpMkLst>
        </pc:cxnChg>
        <pc:cxnChg chg="add mod">
          <ac:chgData name="Lim Kelvin" userId="624f6ae12bb7b72b" providerId="LiveId" clId="{F1251028-0FAA-4340-88A2-7AF13CC6F143}" dt="2025-12-14T16:18:36.892" v="4654" actId="1076"/>
          <ac:cxnSpMkLst>
            <pc:docMk/>
            <pc:sldMk cId="979698497" sldId="271"/>
            <ac:cxnSpMk id="7" creationId="{1BDC9F79-E9EF-4E14-B1ED-31F321059B63}"/>
          </ac:cxnSpMkLst>
        </pc:cxnChg>
      </pc:sldChg>
      <pc:sldChg chg="addSp delSp modSp add mod">
        <pc:chgData name="Lim Kelvin" userId="624f6ae12bb7b72b" providerId="LiveId" clId="{F1251028-0FAA-4340-88A2-7AF13CC6F143}" dt="2025-12-14T18:47:09.902" v="6653" actId="1440"/>
        <pc:sldMkLst>
          <pc:docMk/>
          <pc:sldMk cId="2835234636" sldId="272"/>
        </pc:sldMkLst>
        <pc:spChg chg="mod">
          <ac:chgData name="Lim Kelvin" userId="624f6ae12bb7b72b" providerId="LiveId" clId="{F1251028-0FAA-4340-88A2-7AF13CC6F143}" dt="2025-12-14T17:46:26.975" v="5756" actId="20577"/>
          <ac:spMkLst>
            <pc:docMk/>
            <pc:sldMk cId="2835234636" sldId="272"/>
            <ac:spMk id="3" creationId="{F7E51A51-B4BA-4D7A-BB30-CC47C29451F0}"/>
          </ac:spMkLst>
        </pc:spChg>
        <pc:spChg chg="add mod">
          <ac:chgData name="Lim Kelvin" userId="624f6ae12bb7b72b" providerId="LiveId" clId="{F1251028-0FAA-4340-88A2-7AF13CC6F143}" dt="2025-12-14T17:22:37.586" v="5343" actId="14100"/>
          <ac:spMkLst>
            <pc:docMk/>
            <pc:sldMk cId="2835234636" sldId="272"/>
            <ac:spMk id="8" creationId="{DCF0DE90-E2E2-417D-95FB-7F5B24BD7277}"/>
          </ac:spMkLst>
        </pc:spChg>
        <pc:spChg chg="add del mod">
          <ac:chgData name="Lim Kelvin" userId="624f6ae12bb7b72b" providerId="LiveId" clId="{F1251028-0FAA-4340-88A2-7AF13CC6F143}" dt="2025-12-14T16:21:04.342" v="4674" actId="478"/>
          <ac:spMkLst>
            <pc:docMk/>
            <pc:sldMk cId="2835234636" sldId="272"/>
            <ac:spMk id="9" creationId="{7DAA3D61-9E55-4FD0-8818-B85F7DCFE52F}"/>
          </ac:spMkLst>
        </pc:spChg>
        <pc:spChg chg="add del mod">
          <ac:chgData name="Lim Kelvin" userId="624f6ae12bb7b72b" providerId="LiveId" clId="{F1251028-0FAA-4340-88A2-7AF13CC6F143}" dt="2025-12-14T17:55:53.152" v="5917" actId="20577"/>
          <ac:spMkLst>
            <pc:docMk/>
            <pc:sldMk cId="2835234636" sldId="272"/>
            <ac:spMk id="10" creationId="{536166A1-1BD0-4E0B-A8F0-4866AAE91177}"/>
          </ac:spMkLst>
        </pc:spChg>
        <pc:spChg chg="add mod">
          <ac:chgData name="Lim Kelvin" userId="624f6ae12bb7b72b" providerId="LiveId" clId="{F1251028-0FAA-4340-88A2-7AF13CC6F143}" dt="2025-12-14T17:39:59.228" v="5641" actId="1076"/>
          <ac:spMkLst>
            <pc:docMk/>
            <pc:sldMk cId="2835234636" sldId="272"/>
            <ac:spMk id="15" creationId="{139D08DE-A1A7-4B32-9787-20BFF25C3A67}"/>
          </ac:spMkLst>
        </pc:spChg>
        <pc:spChg chg="add mod">
          <ac:chgData name="Lim Kelvin" userId="624f6ae12bb7b72b" providerId="LiveId" clId="{F1251028-0FAA-4340-88A2-7AF13CC6F143}" dt="2025-12-14T17:05:29.108" v="5007" actId="113"/>
          <ac:spMkLst>
            <pc:docMk/>
            <pc:sldMk cId="2835234636" sldId="272"/>
            <ac:spMk id="16" creationId="{47060DF4-79B0-48CF-A916-FF7BC3DEED04}"/>
          </ac:spMkLst>
        </pc:spChg>
        <pc:spChg chg="add del mod">
          <ac:chgData name="Lim Kelvin" userId="624f6ae12bb7b72b" providerId="LiveId" clId="{F1251028-0FAA-4340-88A2-7AF13CC6F143}" dt="2025-12-14T16:42:26.504" v="4864" actId="478"/>
          <ac:spMkLst>
            <pc:docMk/>
            <pc:sldMk cId="2835234636" sldId="272"/>
            <ac:spMk id="17" creationId="{A44D63DE-139C-41CF-B83C-A385F9BF93B3}"/>
          </ac:spMkLst>
        </pc:spChg>
        <pc:spChg chg="add del mod">
          <ac:chgData name="Lim Kelvin" userId="624f6ae12bb7b72b" providerId="LiveId" clId="{F1251028-0FAA-4340-88A2-7AF13CC6F143}" dt="2025-12-14T16:45:17.462" v="4901" actId="478"/>
          <ac:spMkLst>
            <pc:docMk/>
            <pc:sldMk cId="2835234636" sldId="272"/>
            <ac:spMk id="18" creationId="{51E48658-7F26-431F-A320-5914CCE06A8A}"/>
          </ac:spMkLst>
        </pc:spChg>
        <pc:spChg chg="add del mod">
          <ac:chgData name="Lim Kelvin" userId="624f6ae12bb7b72b" providerId="LiveId" clId="{F1251028-0FAA-4340-88A2-7AF13CC6F143}" dt="2025-12-14T16:26:34.708" v="4769" actId="478"/>
          <ac:spMkLst>
            <pc:docMk/>
            <pc:sldMk cId="2835234636" sldId="272"/>
            <ac:spMk id="19" creationId="{187AA648-1A30-4DC0-BECF-CC663CE775D0}"/>
          </ac:spMkLst>
        </pc:spChg>
        <pc:spChg chg="add mod">
          <ac:chgData name="Lim Kelvin" userId="624f6ae12bb7b72b" providerId="LiveId" clId="{F1251028-0FAA-4340-88A2-7AF13CC6F143}" dt="2025-12-14T17:03:24.782" v="4987" actId="1076"/>
          <ac:spMkLst>
            <pc:docMk/>
            <pc:sldMk cId="2835234636" sldId="272"/>
            <ac:spMk id="20" creationId="{22D1BC6F-957D-4A1C-96F0-F3A89643A766}"/>
          </ac:spMkLst>
        </pc:spChg>
        <pc:spChg chg="add del mod">
          <ac:chgData name="Lim Kelvin" userId="624f6ae12bb7b72b" providerId="LiveId" clId="{F1251028-0FAA-4340-88A2-7AF13CC6F143}" dt="2025-12-14T16:42:11.733" v="4859" actId="478"/>
          <ac:spMkLst>
            <pc:docMk/>
            <pc:sldMk cId="2835234636" sldId="272"/>
            <ac:spMk id="21" creationId="{CDE5426C-4806-4FE4-BA0C-0D8DF36F683C}"/>
          </ac:spMkLst>
        </pc:spChg>
        <pc:spChg chg="add del mod">
          <ac:chgData name="Lim Kelvin" userId="624f6ae12bb7b72b" providerId="LiveId" clId="{F1251028-0FAA-4340-88A2-7AF13CC6F143}" dt="2025-12-14T16:52:16.231" v="4932" actId="478"/>
          <ac:spMkLst>
            <pc:docMk/>
            <pc:sldMk cId="2835234636" sldId="272"/>
            <ac:spMk id="22" creationId="{4E12D3A9-B3DB-4328-BE2A-DA5C0773E22C}"/>
          </ac:spMkLst>
        </pc:spChg>
        <pc:spChg chg="add mod ord">
          <ac:chgData name="Lim Kelvin" userId="624f6ae12bb7b72b" providerId="LiveId" clId="{F1251028-0FAA-4340-88A2-7AF13CC6F143}" dt="2025-12-14T17:32:38.950" v="5424" actId="1076"/>
          <ac:spMkLst>
            <pc:docMk/>
            <pc:sldMk cId="2835234636" sldId="272"/>
            <ac:spMk id="23" creationId="{E71A1904-EAD6-496A-83D9-B23AD7B7982F}"/>
          </ac:spMkLst>
        </pc:spChg>
        <pc:spChg chg="add mod">
          <ac:chgData name="Lim Kelvin" userId="624f6ae12bb7b72b" providerId="LiveId" clId="{F1251028-0FAA-4340-88A2-7AF13CC6F143}" dt="2025-12-14T17:05:36.311" v="5008" actId="113"/>
          <ac:spMkLst>
            <pc:docMk/>
            <pc:sldMk cId="2835234636" sldId="272"/>
            <ac:spMk id="24" creationId="{4BF50F0C-FDAD-45EC-B2B1-9F083D823100}"/>
          </ac:spMkLst>
        </pc:spChg>
        <pc:spChg chg="add mod">
          <ac:chgData name="Lim Kelvin" userId="624f6ae12bb7b72b" providerId="LiveId" clId="{F1251028-0FAA-4340-88A2-7AF13CC6F143}" dt="2025-12-14T17:03:24.782" v="4987" actId="1076"/>
          <ac:spMkLst>
            <pc:docMk/>
            <pc:sldMk cId="2835234636" sldId="272"/>
            <ac:spMk id="25" creationId="{DB477390-0C18-44AA-9A65-2285F182B36E}"/>
          </ac:spMkLst>
        </pc:spChg>
        <pc:spChg chg="add mod ord">
          <ac:chgData name="Lim Kelvin" userId="624f6ae12bb7b72b" providerId="LiveId" clId="{F1251028-0FAA-4340-88A2-7AF13CC6F143}" dt="2025-12-14T17:39:53.015" v="5638" actId="1076"/>
          <ac:spMkLst>
            <pc:docMk/>
            <pc:sldMk cId="2835234636" sldId="272"/>
            <ac:spMk id="26" creationId="{B65570F7-8758-4C5D-9376-383EA9A301E4}"/>
          </ac:spMkLst>
        </pc:spChg>
        <pc:spChg chg="add mod">
          <ac:chgData name="Lim Kelvin" userId="624f6ae12bb7b72b" providerId="LiveId" clId="{F1251028-0FAA-4340-88A2-7AF13CC6F143}" dt="2025-12-14T17:05:43.626" v="5009" actId="113"/>
          <ac:spMkLst>
            <pc:docMk/>
            <pc:sldMk cId="2835234636" sldId="272"/>
            <ac:spMk id="27" creationId="{9B7CA938-D194-4CBB-867C-D96DD3CFA8BD}"/>
          </ac:spMkLst>
        </pc:spChg>
        <pc:spChg chg="add mod ord">
          <ac:chgData name="Lim Kelvin" userId="624f6ae12bb7b72b" providerId="LiveId" clId="{F1251028-0FAA-4340-88A2-7AF13CC6F143}" dt="2025-12-14T17:31:15.527" v="5420" actId="1076"/>
          <ac:spMkLst>
            <pc:docMk/>
            <pc:sldMk cId="2835234636" sldId="272"/>
            <ac:spMk id="28" creationId="{00142720-697B-47F2-BB6F-3704FC28F06A}"/>
          </ac:spMkLst>
        </pc:spChg>
        <pc:spChg chg="add mod ord">
          <ac:chgData name="Lim Kelvin" userId="624f6ae12bb7b72b" providerId="LiveId" clId="{F1251028-0FAA-4340-88A2-7AF13CC6F143}" dt="2025-12-14T17:33:05.984" v="5427" actId="1076"/>
          <ac:spMkLst>
            <pc:docMk/>
            <pc:sldMk cId="2835234636" sldId="272"/>
            <ac:spMk id="29" creationId="{86655C0F-1360-4AE8-936E-4EFE0CA403C5}"/>
          </ac:spMkLst>
        </pc:spChg>
        <pc:spChg chg="add mod">
          <ac:chgData name="Lim Kelvin" userId="624f6ae12bb7b72b" providerId="LiveId" clId="{F1251028-0FAA-4340-88A2-7AF13CC6F143}" dt="2025-12-14T17:03:24.782" v="4987" actId="1076"/>
          <ac:spMkLst>
            <pc:docMk/>
            <pc:sldMk cId="2835234636" sldId="272"/>
            <ac:spMk id="30" creationId="{583C7106-F499-41F5-A10B-8A42D8978EE6}"/>
          </ac:spMkLst>
        </pc:spChg>
        <pc:spChg chg="add mod">
          <ac:chgData name="Lim Kelvin" userId="624f6ae12bb7b72b" providerId="LiveId" clId="{F1251028-0FAA-4340-88A2-7AF13CC6F143}" dt="2025-12-14T16:52:29.666" v="4933" actId="1076"/>
          <ac:spMkLst>
            <pc:docMk/>
            <pc:sldMk cId="2835234636" sldId="272"/>
            <ac:spMk id="31" creationId="{06AF9E96-B9D4-4803-B5F0-CD92EB49B902}"/>
          </ac:spMkLst>
        </pc:spChg>
        <pc:spChg chg="add mod">
          <ac:chgData name="Lim Kelvin" userId="624f6ae12bb7b72b" providerId="LiveId" clId="{F1251028-0FAA-4340-88A2-7AF13CC6F143}" dt="2025-12-14T17:04:38.488" v="4995" actId="1076"/>
          <ac:spMkLst>
            <pc:docMk/>
            <pc:sldMk cId="2835234636" sldId="272"/>
            <ac:spMk id="39" creationId="{C488BD8D-54FA-4314-8F5E-A275995BC469}"/>
          </ac:spMkLst>
        </pc:spChg>
        <pc:spChg chg="add mod ord">
          <ac:chgData name="Lim Kelvin" userId="624f6ae12bb7b72b" providerId="LiveId" clId="{F1251028-0FAA-4340-88A2-7AF13CC6F143}" dt="2025-12-14T17:30:09.291" v="5416" actId="1076"/>
          <ac:spMkLst>
            <pc:docMk/>
            <pc:sldMk cId="2835234636" sldId="272"/>
            <ac:spMk id="40" creationId="{78701637-8657-4770-844A-CCF1BEF14E4F}"/>
          </ac:spMkLst>
        </pc:spChg>
        <pc:spChg chg="add mod">
          <ac:chgData name="Lim Kelvin" userId="624f6ae12bb7b72b" providerId="LiveId" clId="{F1251028-0FAA-4340-88A2-7AF13CC6F143}" dt="2025-12-14T17:05:51.513" v="5015" actId="20577"/>
          <ac:spMkLst>
            <pc:docMk/>
            <pc:sldMk cId="2835234636" sldId="272"/>
            <ac:spMk id="41" creationId="{9A943E66-356B-4F03-BBAC-99608EC00BD2}"/>
          </ac:spMkLst>
        </pc:spChg>
        <pc:spChg chg="add mod">
          <ac:chgData name="Lim Kelvin" userId="624f6ae12bb7b72b" providerId="LiveId" clId="{F1251028-0FAA-4340-88A2-7AF13CC6F143}" dt="2025-12-14T17:04:38.488" v="4995" actId="1076"/>
          <ac:spMkLst>
            <pc:docMk/>
            <pc:sldMk cId="2835234636" sldId="272"/>
            <ac:spMk id="43" creationId="{BF4E41FA-E469-4DD6-A96D-135ABCD1F9B1}"/>
          </ac:spMkLst>
        </pc:spChg>
        <pc:spChg chg="add mod ord">
          <ac:chgData name="Lim Kelvin" userId="624f6ae12bb7b72b" providerId="LiveId" clId="{F1251028-0FAA-4340-88A2-7AF13CC6F143}" dt="2025-12-14T17:43:11.352" v="5702" actId="1076"/>
          <ac:spMkLst>
            <pc:docMk/>
            <pc:sldMk cId="2835234636" sldId="272"/>
            <ac:spMk id="44" creationId="{0AB781D4-C59E-4D64-9CFD-ED4FFAAF97FE}"/>
          </ac:spMkLst>
        </pc:spChg>
        <pc:spChg chg="add mod">
          <ac:chgData name="Lim Kelvin" userId="624f6ae12bb7b72b" providerId="LiveId" clId="{F1251028-0FAA-4340-88A2-7AF13CC6F143}" dt="2025-12-14T17:04:38.488" v="4995" actId="1076"/>
          <ac:spMkLst>
            <pc:docMk/>
            <pc:sldMk cId="2835234636" sldId="272"/>
            <ac:spMk id="45" creationId="{913476BB-E259-41FA-A251-D85717ADB947}"/>
          </ac:spMkLst>
        </pc:spChg>
        <pc:spChg chg="add mod">
          <ac:chgData name="Lim Kelvin" userId="624f6ae12bb7b72b" providerId="LiveId" clId="{F1251028-0FAA-4340-88A2-7AF13CC6F143}" dt="2025-12-14T17:09:10.263" v="5077" actId="1076"/>
          <ac:spMkLst>
            <pc:docMk/>
            <pc:sldMk cId="2835234636" sldId="272"/>
            <ac:spMk id="47" creationId="{EBBD889B-7AF6-4BD3-A958-988F737FCE90}"/>
          </ac:spMkLst>
        </pc:spChg>
        <pc:spChg chg="add mod ord">
          <ac:chgData name="Lim Kelvin" userId="624f6ae12bb7b72b" providerId="LiveId" clId="{F1251028-0FAA-4340-88A2-7AF13CC6F143}" dt="2025-12-14T17:29:48.123" v="5413" actId="1076"/>
          <ac:spMkLst>
            <pc:docMk/>
            <pc:sldMk cId="2835234636" sldId="272"/>
            <ac:spMk id="48" creationId="{385A70C8-D44F-4F96-B5C1-26536AD36697}"/>
          </ac:spMkLst>
        </pc:spChg>
        <pc:spChg chg="add mod">
          <ac:chgData name="Lim Kelvin" userId="624f6ae12bb7b72b" providerId="LiveId" clId="{F1251028-0FAA-4340-88A2-7AF13CC6F143}" dt="2025-12-14T17:05:54.670" v="5017" actId="20577"/>
          <ac:spMkLst>
            <pc:docMk/>
            <pc:sldMk cId="2835234636" sldId="272"/>
            <ac:spMk id="49" creationId="{3D23A588-FE7B-4154-AAB5-05FEBE051310}"/>
          </ac:spMkLst>
        </pc:spChg>
        <pc:spChg chg="add mod">
          <ac:chgData name="Lim Kelvin" userId="624f6ae12bb7b72b" providerId="LiveId" clId="{F1251028-0FAA-4340-88A2-7AF13CC6F143}" dt="2025-12-14T17:08:31.544" v="5070" actId="1076"/>
          <ac:spMkLst>
            <pc:docMk/>
            <pc:sldMk cId="2835234636" sldId="272"/>
            <ac:spMk id="53" creationId="{085280C5-3946-4371-ABF3-42E1565C577A}"/>
          </ac:spMkLst>
        </pc:spChg>
        <pc:spChg chg="add mod">
          <ac:chgData name="Lim Kelvin" userId="624f6ae12bb7b72b" providerId="LiveId" clId="{F1251028-0FAA-4340-88A2-7AF13CC6F143}" dt="2025-12-14T17:08:35.186" v="5071" actId="1076"/>
          <ac:spMkLst>
            <pc:docMk/>
            <pc:sldMk cId="2835234636" sldId="272"/>
            <ac:spMk id="54" creationId="{74CE2C81-4C92-4519-A995-1E4801DFFB4F}"/>
          </ac:spMkLst>
        </pc:spChg>
        <pc:spChg chg="add mod">
          <ac:chgData name="Lim Kelvin" userId="624f6ae12bb7b72b" providerId="LiveId" clId="{F1251028-0FAA-4340-88A2-7AF13CC6F143}" dt="2025-12-14T17:09:18.464" v="5078" actId="20577"/>
          <ac:spMkLst>
            <pc:docMk/>
            <pc:sldMk cId="2835234636" sldId="272"/>
            <ac:spMk id="55" creationId="{79834ABE-DFA5-40BA-97F1-476CCF20B6C2}"/>
          </ac:spMkLst>
        </pc:spChg>
        <pc:spChg chg="add mod">
          <ac:chgData name="Lim Kelvin" userId="624f6ae12bb7b72b" providerId="LiveId" clId="{F1251028-0FAA-4340-88A2-7AF13CC6F143}" dt="2025-12-14T17:10:31.251" v="5100" actId="20577"/>
          <ac:spMkLst>
            <pc:docMk/>
            <pc:sldMk cId="2835234636" sldId="272"/>
            <ac:spMk id="56" creationId="{17583CEE-43EF-44E8-B0C5-DEEE0E112460}"/>
          </ac:spMkLst>
        </pc:spChg>
        <pc:spChg chg="add mod">
          <ac:chgData name="Lim Kelvin" userId="624f6ae12bb7b72b" providerId="LiveId" clId="{F1251028-0FAA-4340-88A2-7AF13CC6F143}" dt="2025-12-14T17:10:49.448" v="5115" actId="20577"/>
          <ac:spMkLst>
            <pc:docMk/>
            <pc:sldMk cId="2835234636" sldId="272"/>
            <ac:spMk id="57" creationId="{2B1BE095-7A92-4EB7-857E-CD8999807108}"/>
          </ac:spMkLst>
        </pc:spChg>
        <pc:spChg chg="add mod">
          <ac:chgData name="Lim Kelvin" userId="624f6ae12bb7b72b" providerId="LiveId" clId="{F1251028-0FAA-4340-88A2-7AF13CC6F143}" dt="2025-12-14T17:10:55.749" v="5128" actId="20577"/>
          <ac:spMkLst>
            <pc:docMk/>
            <pc:sldMk cId="2835234636" sldId="272"/>
            <ac:spMk id="58" creationId="{4B57CB7A-5A18-43D2-B18D-C6087D3C6427}"/>
          </ac:spMkLst>
        </pc:spChg>
        <pc:spChg chg="add mod">
          <ac:chgData name="Lim Kelvin" userId="624f6ae12bb7b72b" providerId="LiveId" clId="{F1251028-0FAA-4340-88A2-7AF13CC6F143}" dt="2025-12-14T17:11:09.809" v="5130" actId="1076"/>
          <ac:spMkLst>
            <pc:docMk/>
            <pc:sldMk cId="2835234636" sldId="272"/>
            <ac:spMk id="59" creationId="{0ED0ACA4-A7B8-4E2B-AAAE-DD80A02068B6}"/>
          </ac:spMkLst>
        </pc:spChg>
        <pc:spChg chg="add mod">
          <ac:chgData name="Lim Kelvin" userId="624f6ae12bb7b72b" providerId="LiveId" clId="{F1251028-0FAA-4340-88A2-7AF13CC6F143}" dt="2025-12-14T17:18:10.330" v="5211" actId="20577"/>
          <ac:spMkLst>
            <pc:docMk/>
            <pc:sldMk cId="2835234636" sldId="272"/>
            <ac:spMk id="60" creationId="{7EEDB521-36C5-4580-B88F-78C1596EF66B}"/>
          </ac:spMkLst>
        </pc:spChg>
        <pc:spChg chg="add mod ord">
          <ac:chgData name="Lim Kelvin" userId="624f6ae12bb7b72b" providerId="LiveId" clId="{F1251028-0FAA-4340-88A2-7AF13CC6F143}" dt="2025-12-14T17:33:42.477" v="5432" actId="1076"/>
          <ac:spMkLst>
            <pc:docMk/>
            <pc:sldMk cId="2835234636" sldId="272"/>
            <ac:spMk id="61" creationId="{ADC8F4CA-A0CC-486C-8739-346FFE4CFB03}"/>
          </ac:spMkLst>
        </pc:spChg>
        <pc:spChg chg="add mod">
          <ac:chgData name="Lim Kelvin" userId="624f6ae12bb7b72b" providerId="LiveId" clId="{F1251028-0FAA-4340-88A2-7AF13CC6F143}" dt="2025-12-14T17:13:58.529" v="5161" actId="20577"/>
          <ac:spMkLst>
            <pc:docMk/>
            <pc:sldMk cId="2835234636" sldId="272"/>
            <ac:spMk id="62" creationId="{E8D41526-D023-405C-9776-1424F9056F26}"/>
          </ac:spMkLst>
        </pc:spChg>
        <pc:spChg chg="add mod">
          <ac:chgData name="Lim Kelvin" userId="624f6ae12bb7b72b" providerId="LiveId" clId="{F1251028-0FAA-4340-88A2-7AF13CC6F143}" dt="2025-12-14T17:13:50.990" v="5159" actId="20577"/>
          <ac:spMkLst>
            <pc:docMk/>
            <pc:sldMk cId="2835234636" sldId="272"/>
            <ac:spMk id="63" creationId="{CC122B85-4D3D-435A-B040-CF3DA2B5A7D4}"/>
          </ac:spMkLst>
        </pc:spChg>
        <pc:spChg chg="add mod">
          <ac:chgData name="Lim Kelvin" userId="624f6ae12bb7b72b" providerId="LiveId" clId="{F1251028-0FAA-4340-88A2-7AF13CC6F143}" dt="2025-12-14T17:19:36.867" v="5294" actId="1076"/>
          <ac:spMkLst>
            <pc:docMk/>
            <pc:sldMk cId="2835234636" sldId="272"/>
            <ac:spMk id="66" creationId="{6CE98C47-BFCB-4FAA-9E82-E864346245B0}"/>
          </ac:spMkLst>
        </pc:spChg>
        <pc:spChg chg="add mod">
          <ac:chgData name="Lim Kelvin" userId="624f6ae12bb7b72b" providerId="LiveId" clId="{F1251028-0FAA-4340-88A2-7AF13CC6F143}" dt="2025-12-14T17:22:45.809" v="5345" actId="1076"/>
          <ac:spMkLst>
            <pc:docMk/>
            <pc:sldMk cId="2835234636" sldId="272"/>
            <ac:spMk id="67" creationId="{5D92F12C-5C65-4995-823D-FEBC963E93F1}"/>
          </ac:spMkLst>
        </pc:spChg>
        <pc:spChg chg="add mod">
          <ac:chgData name="Lim Kelvin" userId="624f6ae12bb7b72b" providerId="LiveId" clId="{F1251028-0FAA-4340-88A2-7AF13CC6F143}" dt="2025-12-14T17:22:13.314" v="5342" actId="1076"/>
          <ac:spMkLst>
            <pc:docMk/>
            <pc:sldMk cId="2835234636" sldId="272"/>
            <ac:spMk id="68" creationId="{50ACBE2A-B87D-40C2-9FC6-3763F4F3A6E3}"/>
          </ac:spMkLst>
        </pc:spChg>
        <pc:spChg chg="add mod">
          <ac:chgData name="Lim Kelvin" userId="624f6ae12bb7b72b" providerId="LiveId" clId="{F1251028-0FAA-4340-88A2-7AF13CC6F143}" dt="2025-12-14T17:22:57.278" v="5346" actId="1076"/>
          <ac:spMkLst>
            <pc:docMk/>
            <pc:sldMk cId="2835234636" sldId="272"/>
            <ac:spMk id="69" creationId="{1080F7DF-F017-4A4B-AF82-1EF5756E3DD3}"/>
          </ac:spMkLst>
        </pc:spChg>
        <pc:spChg chg="add mod">
          <ac:chgData name="Lim Kelvin" userId="624f6ae12bb7b72b" providerId="LiveId" clId="{F1251028-0FAA-4340-88A2-7AF13CC6F143}" dt="2025-12-14T17:23:08.569" v="5349" actId="20577"/>
          <ac:spMkLst>
            <pc:docMk/>
            <pc:sldMk cId="2835234636" sldId="272"/>
            <ac:spMk id="70" creationId="{8421B772-B752-48C0-9F7D-DB04B1A416E7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1" creationId="{32026C85-9D4A-4EDF-ADC0-812502B65EC9}"/>
          </ac:spMkLst>
        </pc:spChg>
        <pc:spChg chg="add mod or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2" creationId="{BA48DE01-B20B-491C-8F44-A8E0C38902E2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3" creationId="{6D878FC2-9AD4-438E-84B6-A8B939E6321A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4" creationId="{F01E6B7D-D63E-4562-B237-C7E575458B7B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5" creationId="{9E5A7442-E619-4F3B-B8C0-C064B719EC7A}"/>
          </ac:spMkLst>
        </pc:spChg>
        <pc:spChg chg="add del mod">
          <ac:chgData name="Lim Kelvin" userId="624f6ae12bb7b72b" providerId="LiveId" clId="{F1251028-0FAA-4340-88A2-7AF13CC6F143}" dt="2025-12-14T17:28:23.311" v="5398"/>
          <ac:spMkLst>
            <pc:docMk/>
            <pc:sldMk cId="2835234636" sldId="272"/>
            <ac:spMk id="76" creationId="{8D36A23D-2D1E-4C13-B67A-0A5E8F2C9B93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7" creationId="{8EE2C2F3-F202-4DDD-BAC5-06114FD11145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8" creationId="{9F372F88-0947-4190-8C56-AC0D02ED373B}"/>
          </ac:spMkLst>
        </pc:spChg>
        <pc:spChg chg="add mod">
          <ac:chgData name="Lim Kelvin" userId="624f6ae12bb7b72b" providerId="LiveId" clId="{F1251028-0FAA-4340-88A2-7AF13CC6F143}" dt="2025-12-14T17:38:54.536" v="5623" actId="207"/>
          <ac:spMkLst>
            <pc:docMk/>
            <pc:sldMk cId="2835234636" sldId="272"/>
            <ac:spMk id="79" creationId="{4929964A-4BA7-4C6D-BD84-8CDA1DDA7EE5}"/>
          </ac:spMkLst>
        </pc:spChg>
        <pc:spChg chg="add mod">
          <ac:chgData name="Lim Kelvin" userId="624f6ae12bb7b72b" providerId="LiveId" clId="{F1251028-0FAA-4340-88A2-7AF13CC6F143}" dt="2025-12-14T17:44:49.769" v="5741" actId="207"/>
          <ac:spMkLst>
            <pc:docMk/>
            <pc:sldMk cId="2835234636" sldId="272"/>
            <ac:spMk id="80" creationId="{CE30802F-E691-43A4-AF4B-20EAE5AC89CC}"/>
          </ac:spMkLst>
        </pc:spChg>
        <pc:spChg chg="add mod">
          <ac:chgData name="Lim Kelvin" userId="624f6ae12bb7b72b" providerId="LiveId" clId="{F1251028-0FAA-4340-88A2-7AF13CC6F143}" dt="2025-12-14T17:41:44.493" v="5675" actId="1076"/>
          <ac:spMkLst>
            <pc:docMk/>
            <pc:sldMk cId="2835234636" sldId="272"/>
            <ac:spMk id="81" creationId="{917B56D8-8050-4F7A-8D44-D1C401FD7F91}"/>
          </ac:spMkLst>
        </pc:spChg>
        <pc:spChg chg="add mod">
          <ac:chgData name="Lim Kelvin" userId="624f6ae12bb7b72b" providerId="LiveId" clId="{F1251028-0FAA-4340-88A2-7AF13CC6F143}" dt="2025-12-14T17:42:04.171" v="5684" actId="20577"/>
          <ac:spMkLst>
            <pc:docMk/>
            <pc:sldMk cId="2835234636" sldId="272"/>
            <ac:spMk id="82" creationId="{B4AA4DF8-85D9-46A1-958F-BFCA529722F9}"/>
          </ac:spMkLst>
        </pc:spChg>
        <pc:spChg chg="add mod">
          <ac:chgData name="Lim Kelvin" userId="624f6ae12bb7b72b" providerId="LiveId" clId="{F1251028-0FAA-4340-88A2-7AF13CC6F143}" dt="2025-12-14T17:44:44.258" v="5740" actId="207"/>
          <ac:spMkLst>
            <pc:docMk/>
            <pc:sldMk cId="2835234636" sldId="272"/>
            <ac:spMk id="83" creationId="{55E16638-AE1C-49EE-87B1-C45AD5E87461}"/>
          </ac:spMkLst>
        </pc:spChg>
        <pc:spChg chg="add mod">
          <ac:chgData name="Lim Kelvin" userId="624f6ae12bb7b72b" providerId="LiveId" clId="{F1251028-0FAA-4340-88A2-7AF13CC6F143}" dt="2025-12-14T17:44:42.469" v="5739" actId="207"/>
          <ac:spMkLst>
            <pc:docMk/>
            <pc:sldMk cId="2835234636" sldId="272"/>
            <ac:spMk id="84" creationId="{6768576F-E143-46F7-B923-38FC9CFE4B9A}"/>
          </ac:spMkLst>
        </pc:spChg>
        <pc:spChg chg="add mod">
          <ac:chgData name="Lim Kelvin" userId="624f6ae12bb7b72b" providerId="LiveId" clId="{F1251028-0FAA-4340-88A2-7AF13CC6F143}" dt="2025-12-14T17:44:40.607" v="5738" actId="207"/>
          <ac:spMkLst>
            <pc:docMk/>
            <pc:sldMk cId="2835234636" sldId="272"/>
            <ac:spMk id="85" creationId="{53B89264-48CC-469F-B9E7-EFD3DA2917DD}"/>
          </ac:spMkLst>
        </pc:spChg>
        <pc:spChg chg="add mod">
          <ac:chgData name="Lim Kelvin" userId="624f6ae12bb7b72b" providerId="LiveId" clId="{F1251028-0FAA-4340-88A2-7AF13CC6F143}" dt="2025-12-14T17:44:32.735" v="5736" actId="207"/>
          <ac:spMkLst>
            <pc:docMk/>
            <pc:sldMk cId="2835234636" sldId="272"/>
            <ac:spMk id="86" creationId="{6CCD4A2C-9C21-4E16-BF04-1028AEE19B79}"/>
          </ac:spMkLst>
        </pc:spChg>
        <pc:spChg chg="add mod">
          <ac:chgData name="Lim Kelvin" userId="624f6ae12bb7b72b" providerId="LiveId" clId="{F1251028-0FAA-4340-88A2-7AF13CC6F143}" dt="2025-12-14T17:44:20.719" v="5735" actId="207"/>
          <ac:spMkLst>
            <pc:docMk/>
            <pc:sldMk cId="2835234636" sldId="272"/>
            <ac:spMk id="87" creationId="{D521C079-6158-4311-8BC6-0A054071E7B9}"/>
          </ac:spMkLst>
        </pc:spChg>
        <pc:spChg chg="add mod">
          <ac:chgData name="Lim Kelvin" userId="624f6ae12bb7b72b" providerId="LiveId" clId="{F1251028-0FAA-4340-88A2-7AF13CC6F143}" dt="2025-12-14T17:53:50.530" v="5910" actId="20577"/>
          <ac:spMkLst>
            <pc:docMk/>
            <pc:sldMk cId="2835234636" sldId="272"/>
            <ac:spMk id="92" creationId="{67F25305-54F0-4504-8AFD-D0E65ED4EE61}"/>
          </ac:spMkLst>
        </pc:spChg>
        <pc:picChg chg="add mod">
          <ac:chgData name="Lim Kelvin" userId="624f6ae12bb7b72b" providerId="LiveId" clId="{F1251028-0FAA-4340-88A2-7AF13CC6F143}" dt="2025-12-14T17:05:00.888" v="4998" actId="1076"/>
          <ac:picMkLst>
            <pc:docMk/>
            <pc:sldMk cId="2835234636" sldId="272"/>
            <ac:picMk id="33" creationId="{04174EB1-20B5-4E50-BCBC-5B11F8742CD1}"/>
          </ac:picMkLst>
        </pc:picChg>
        <pc:picChg chg="add del mod">
          <ac:chgData name="Lim Kelvin" userId="624f6ae12bb7b72b" providerId="LiveId" clId="{F1251028-0FAA-4340-88A2-7AF13CC6F143}" dt="2025-12-14T16:53:25.880" v="4941" actId="478"/>
          <ac:picMkLst>
            <pc:docMk/>
            <pc:sldMk cId="2835234636" sldId="272"/>
            <ac:picMk id="34" creationId="{4AF8F8E0-FA83-46BA-9780-DFF715648C12}"/>
          </ac:picMkLst>
        </pc:picChg>
        <pc:picChg chg="add del mod">
          <ac:chgData name="Lim Kelvin" userId="624f6ae12bb7b72b" providerId="LiveId" clId="{F1251028-0FAA-4340-88A2-7AF13CC6F143}" dt="2025-12-14T17:05:03.796" v="5000" actId="478"/>
          <ac:picMkLst>
            <pc:docMk/>
            <pc:sldMk cId="2835234636" sldId="272"/>
            <ac:picMk id="35" creationId="{8F4C35E3-BDFE-4A73-979C-7EB06B5B1EC9}"/>
          </ac:picMkLst>
        </pc:picChg>
        <pc:picChg chg="add del mod">
          <ac:chgData name="Lim Kelvin" userId="624f6ae12bb7b72b" providerId="LiveId" clId="{F1251028-0FAA-4340-88A2-7AF13CC6F143}" dt="2025-12-14T17:05:04.019" v="5001" actId="478"/>
          <ac:picMkLst>
            <pc:docMk/>
            <pc:sldMk cId="2835234636" sldId="272"/>
            <ac:picMk id="36" creationId="{FF98EC9E-3E4A-430E-AE26-3FDB6C5C7C79}"/>
          </ac:picMkLst>
        </pc:picChg>
        <pc:picChg chg="add mod">
          <ac:chgData name="Lim Kelvin" userId="624f6ae12bb7b72b" providerId="LiveId" clId="{F1251028-0FAA-4340-88A2-7AF13CC6F143}" dt="2025-12-14T17:08:56.429" v="5075" actId="1076"/>
          <ac:picMkLst>
            <pc:docMk/>
            <pc:sldMk cId="2835234636" sldId="272"/>
            <ac:picMk id="38" creationId="{6E9F0EC2-2328-4E8D-BE35-6166A5D012EE}"/>
          </ac:picMkLst>
        </pc:picChg>
        <pc:picChg chg="add mod">
          <ac:chgData name="Lim Kelvin" userId="624f6ae12bb7b72b" providerId="LiveId" clId="{F1251028-0FAA-4340-88A2-7AF13CC6F143}" dt="2025-12-14T17:04:38.488" v="4995" actId="1076"/>
          <ac:picMkLst>
            <pc:docMk/>
            <pc:sldMk cId="2835234636" sldId="272"/>
            <ac:picMk id="42" creationId="{E2C1BFF9-4320-4B78-8A9B-6C2BA7CBD37E}"/>
          </ac:picMkLst>
        </pc:picChg>
        <pc:picChg chg="add mod">
          <ac:chgData name="Lim Kelvin" userId="624f6ae12bb7b72b" providerId="LiveId" clId="{F1251028-0FAA-4340-88A2-7AF13CC6F143}" dt="2025-12-14T17:04:38.488" v="4995" actId="1076"/>
          <ac:picMkLst>
            <pc:docMk/>
            <pc:sldMk cId="2835234636" sldId="272"/>
            <ac:picMk id="46" creationId="{911D15EB-8DD2-447A-9044-787E20F45C06}"/>
          </ac:picMkLst>
        </pc:picChg>
        <pc:picChg chg="add mod">
          <ac:chgData name="Lim Kelvin" userId="624f6ae12bb7b72b" providerId="LiveId" clId="{F1251028-0FAA-4340-88A2-7AF13CC6F143}" dt="2025-12-14T17:08:54.517" v="5074" actId="1076"/>
          <ac:picMkLst>
            <pc:docMk/>
            <pc:sldMk cId="2835234636" sldId="272"/>
            <ac:picMk id="50" creationId="{B3C0300B-2B13-42BB-A662-8513FA5FAFDE}"/>
          </ac:picMkLst>
        </pc:picChg>
        <pc:picChg chg="add mod">
          <ac:chgData name="Lim Kelvin" userId="624f6ae12bb7b72b" providerId="LiveId" clId="{F1251028-0FAA-4340-88A2-7AF13CC6F143}" dt="2025-12-14T17:05:11.886" v="5005" actId="1076"/>
          <ac:picMkLst>
            <pc:docMk/>
            <pc:sldMk cId="2835234636" sldId="272"/>
            <ac:picMk id="51" creationId="{EFA66498-A4C5-45BB-9333-B13DE3017A6A}"/>
          </ac:picMkLst>
        </pc:picChg>
        <pc:picChg chg="add mod">
          <ac:chgData name="Lim Kelvin" userId="624f6ae12bb7b72b" providerId="LiveId" clId="{F1251028-0FAA-4340-88A2-7AF13CC6F143}" dt="2025-12-14T17:05:17.236" v="5006" actId="1076"/>
          <ac:picMkLst>
            <pc:docMk/>
            <pc:sldMk cId="2835234636" sldId="272"/>
            <ac:picMk id="52" creationId="{155B4587-E27C-4E4A-9050-B245DB6E53DA}"/>
          </ac:picMkLst>
        </pc:picChg>
        <pc:picChg chg="add mod">
          <ac:chgData name="Lim Kelvin" userId="624f6ae12bb7b72b" providerId="LiveId" clId="{F1251028-0FAA-4340-88A2-7AF13CC6F143}" dt="2025-12-14T17:15:41.070" v="5182" actId="1076"/>
          <ac:picMkLst>
            <pc:docMk/>
            <pc:sldMk cId="2835234636" sldId="272"/>
            <ac:picMk id="65" creationId="{96E2816D-2097-499B-8DA1-4A33CA687480}"/>
          </ac:picMkLst>
        </pc:picChg>
        <pc:picChg chg="add mod">
          <ac:chgData name="Lim Kelvin" userId="624f6ae12bb7b72b" providerId="LiveId" clId="{F1251028-0FAA-4340-88A2-7AF13CC6F143}" dt="2025-12-14T18:47:09.902" v="6653" actId="1440"/>
          <ac:picMkLst>
            <pc:docMk/>
            <pc:sldMk cId="2835234636" sldId="272"/>
            <ac:picMk id="91" creationId="{6B2B0953-1B42-473D-B50A-4A9C1CC1B438}"/>
          </ac:picMkLst>
        </pc:picChg>
        <pc:cxnChg chg="add mod">
          <ac:chgData name="Lim Kelvin" userId="624f6ae12bb7b72b" providerId="LiveId" clId="{F1251028-0FAA-4340-88A2-7AF13CC6F143}" dt="2025-12-14T17:46:36.515" v="5759" actId="14100"/>
          <ac:cxnSpMkLst>
            <pc:docMk/>
            <pc:sldMk cId="2835234636" sldId="272"/>
            <ac:cxnSpMk id="4" creationId="{AB851C5D-9E5B-4A89-8877-405FE7F1E5A5}"/>
          </ac:cxnSpMkLst>
        </pc:cxnChg>
        <pc:cxnChg chg="add mod">
          <ac:chgData name="Lim Kelvin" userId="624f6ae12bb7b72b" providerId="LiveId" clId="{F1251028-0FAA-4340-88A2-7AF13CC6F143}" dt="2025-12-14T17:46:38.433" v="5760" actId="14100"/>
          <ac:cxnSpMkLst>
            <pc:docMk/>
            <pc:sldMk cId="2835234636" sldId="272"/>
            <ac:cxnSpMk id="5" creationId="{A1E4674A-02BB-45A5-A9F0-404A4C510D2B}"/>
          </ac:cxnSpMkLst>
        </pc:cxnChg>
        <pc:cxnChg chg="add del mod">
          <ac:chgData name="Lim Kelvin" userId="624f6ae12bb7b72b" providerId="LiveId" clId="{F1251028-0FAA-4340-88A2-7AF13CC6F143}" dt="2025-12-14T16:20:01.213" v="4666" actId="478"/>
          <ac:cxnSpMkLst>
            <pc:docMk/>
            <pc:sldMk cId="2835234636" sldId="272"/>
            <ac:cxnSpMk id="7" creationId="{B1900B33-9AD9-40DC-A21F-A3FFAD7D6829}"/>
          </ac:cxnSpMkLst>
        </pc:cxnChg>
        <pc:cxnChg chg="add del">
          <ac:chgData name="Lim Kelvin" userId="624f6ae12bb7b72b" providerId="LiveId" clId="{F1251028-0FAA-4340-88A2-7AF13CC6F143}" dt="2025-12-14T16:22:22.926" v="4711" actId="11529"/>
          <ac:cxnSpMkLst>
            <pc:docMk/>
            <pc:sldMk cId="2835234636" sldId="272"/>
            <ac:cxnSpMk id="12" creationId="{0FD3EEA0-756A-4E7E-BFD1-AE60892B5383}"/>
          </ac:cxnSpMkLst>
        </pc:cxnChg>
        <pc:cxnChg chg="add del">
          <ac:chgData name="Lim Kelvin" userId="624f6ae12bb7b72b" providerId="LiveId" clId="{F1251028-0FAA-4340-88A2-7AF13CC6F143}" dt="2025-12-14T16:22:28.694" v="4713" actId="11529"/>
          <ac:cxnSpMkLst>
            <pc:docMk/>
            <pc:sldMk cId="2835234636" sldId="272"/>
            <ac:cxnSpMk id="14" creationId="{B3674385-2A74-4804-B32F-98A8CD52AB5C}"/>
          </ac:cxnSpMkLst>
        </pc:cxnChg>
      </pc:sldChg>
      <pc:sldChg chg="addSp delSp modSp add mod">
        <pc:chgData name="Lim Kelvin" userId="624f6ae12bb7b72b" providerId="LiveId" clId="{F1251028-0FAA-4340-88A2-7AF13CC6F143}" dt="2025-12-14T19:28:52.881" v="7260" actId="113"/>
        <pc:sldMkLst>
          <pc:docMk/>
          <pc:sldMk cId="326597880" sldId="273"/>
        </pc:sldMkLst>
        <pc:spChg chg="mod">
          <ac:chgData name="Lim Kelvin" userId="624f6ae12bb7b72b" providerId="LiveId" clId="{F1251028-0FAA-4340-88A2-7AF13CC6F143}" dt="2025-12-14T17:46:55.287" v="5774" actId="20577"/>
          <ac:spMkLst>
            <pc:docMk/>
            <pc:sldMk cId="326597880" sldId="273"/>
            <ac:spMk id="3" creationId="{F7E51A51-B4BA-4D7A-BB30-CC47C29451F0}"/>
          </ac:spMkLst>
        </pc:spChg>
        <pc:spChg chg="mod">
          <ac:chgData name="Lim Kelvin" userId="624f6ae12bb7b72b" providerId="LiveId" clId="{F1251028-0FAA-4340-88A2-7AF13CC6F143}" dt="2025-12-14T18:19:04.729" v="6214" actId="1076"/>
          <ac:spMkLst>
            <pc:docMk/>
            <pc:sldMk cId="326597880" sldId="273"/>
            <ac:spMk id="8" creationId="{DCF0DE90-E2E2-417D-95FB-7F5B24BD7277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10" creationId="{536166A1-1BD0-4E0B-A8F0-4866AAE91177}"/>
          </ac:spMkLst>
        </pc:spChg>
        <pc:spChg chg="mod">
          <ac:chgData name="Lim Kelvin" userId="624f6ae12bb7b72b" providerId="LiveId" clId="{F1251028-0FAA-4340-88A2-7AF13CC6F143}" dt="2025-12-14T18:41:47.627" v="6543" actId="1076"/>
          <ac:spMkLst>
            <pc:docMk/>
            <pc:sldMk cId="326597880" sldId="273"/>
            <ac:spMk id="15" creationId="{139D08DE-A1A7-4B32-9787-20BFF25C3A67}"/>
          </ac:spMkLst>
        </pc:spChg>
        <pc:spChg chg="mod">
          <ac:chgData name="Lim Kelvin" userId="624f6ae12bb7b72b" providerId="LiveId" clId="{F1251028-0FAA-4340-88A2-7AF13CC6F143}" dt="2025-12-14T19:18:00.956" v="7025" actId="20577"/>
          <ac:spMkLst>
            <pc:docMk/>
            <pc:sldMk cId="326597880" sldId="273"/>
            <ac:spMk id="16" creationId="{47060DF4-79B0-48CF-A916-FF7BC3DEED04}"/>
          </ac:spMkLst>
        </pc:spChg>
        <pc:spChg chg="mod">
          <ac:chgData name="Lim Kelvin" userId="624f6ae12bb7b72b" providerId="LiveId" clId="{F1251028-0FAA-4340-88A2-7AF13CC6F143}" dt="2025-12-14T18:57:07.780" v="6758" actId="20577"/>
          <ac:spMkLst>
            <pc:docMk/>
            <pc:sldMk cId="326597880" sldId="273"/>
            <ac:spMk id="20" creationId="{22D1BC6F-957D-4A1C-96F0-F3A89643A766}"/>
          </ac:spMkLst>
        </pc:spChg>
        <pc:spChg chg="mod">
          <ac:chgData name="Lim Kelvin" userId="624f6ae12bb7b72b" providerId="LiveId" clId="{F1251028-0FAA-4340-88A2-7AF13CC6F143}" dt="2025-12-14T18:51:01.547" v="6690" actId="1076"/>
          <ac:spMkLst>
            <pc:docMk/>
            <pc:sldMk cId="326597880" sldId="273"/>
            <ac:spMk id="23" creationId="{E71A1904-EAD6-496A-83D9-B23AD7B7982F}"/>
          </ac:spMkLst>
        </pc:spChg>
        <pc:spChg chg="mod">
          <ac:chgData name="Lim Kelvin" userId="624f6ae12bb7b72b" providerId="LiveId" clId="{F1251028-0FAA-4340-88A2-7AF13CC6F143}" dt="2025-12-14T18:16:54.698" v="6123" actId="14100"/>
          <ac:spMkLst>
            <pc:docMk/>
            <pc:sldMk cId="326597880" sldId="273"/>
            <ac:spMk id="24" creationId="{4BF50F0C-FDAD-45EC-B2B1-9F083D823100}"/>
          </ac:spMkLst>
        </pc:spChg>
        <pc:spChg chg="mod">
          <ac:chgData name="Lim Kelvin" userId="624f6ae12bb7b72b" providerId="LiveId" clId="{F1251028-0FAA-4340-88A2-7AF13CC6F143}" dt="2025-12-14T18:56:55.216" v="6756" actId="20577"/>
          <ac:spMkLst>
            <pc:docMk/>
            <pc:sldMk cId="326597880" sldId="273"/>
            <ac:spMk id="25" creationId="{DB477390-0C18-44AA-9A65-2285F182B36E}"/>
          </ac:spMkLst>
        </pc:spChg>
        <pc:spChg chg="mod">
          <ac:chgData name="Lim Kelvin" userId="624f6ae12bb7b72b" providerId="LiveId" clId="{F1251028-0FAA-4340-88A2-7AF13CC6F143}" dt="2025-12-14T18:39:16.957" v="6508" actId="1076"/>
          <ac:spMkLst>
            <pc:docMk/>
            <pc:sldMk cId="326597880" sldId="273"/>
            <ac:spMk id="26" creationId="{B65570F7-8758-4C5D-9376-383EA9A301E4}"/>
          </ac:spMkLst>
        </pc:spChg>
        <pc:spChg chg="add del mod">
          <ac:chgData name="Lim Kelvin" userId="624f6ae12bb7b72b" providerId="LiveId" clId="{F1251028-0FAA-4340-88A2-7AF13CC6F143}" dt="2025-12-14T18:16:56.994" v="6124" actId="14100"/>
          <ac:spMkLst>
            <pc:docMk/>
            <pc:sldMk cId="326597880" sldId="273"/>
            <ac:spMk id="27" creationId="{9B7CA938-D194-4CBB-867C-D96DD3CFA8BD}"/>
          </ac:spMkLst>
        </pc:spChg>
        <pc:spChg chg="mod">
          <ac:chgData name="Lim Kelvin" userId="624f6ae12bb7b72b" providerId="LiveId" clId="{F1251028-0FAA-4340-88A2-7AF13CC6F143}" dt="2025-12-14T18:50:14.039" v="6680" actId="1076"/>
          <ac:spMkLst>
            <pc:docMk/>
            <pc:sldMk cId="326597880" sldId="273"/>
            <ac:spMk id="28" creationId="{00142720-697B-47F2-BB6F-3704FC28F06A}"/>
          </ac:spMkLst>
        </pc:spChg>
        <pc:spChg chg="mod">
          <ac:chgData name="Lim Kelvin" userId="624f6ae12bb7b72b" providerId="LiveId" clId="{F1251028-0FAA-4340-88A2-7AF13CC6F143}" dt="2025-12-14T18:51:55.827" v="6700" actId="1076"/>
          <ac:spMkLst>
            <pc:docMk/>
            <pc:sldMk cId="326597880" sldId="273"/>
            <ac:spMk id="29" creationId="{86655C0F-1360-4AE8-936E-4EFE0CA403C5}"/>
          </ac:spMkLst>
        </pc:spChg>
        <pc:spChg chg="add del mod">
          <ac:chgData name="Lim Kelvin" userId="624f6ae12bb7b72b" providerId="LiveId" clId="{F1251028-0FAA-4340-88A2-7AF13CC6F143}" dt="2025-12-14T18:56:42.899" v="6754" actId="20577"/>
          <ac:spMkLst>
            <pc:docMk/>
            <pc:sldMk cId="326597880" sldId="273"/>
            <ac:spMk id="30" creationId="{583C7106-F499-41F5-A10B-8A42D8978EE6}"/>
          </ac:spMkLst>
        </pc:spChg>
        <pc:spChg chg="add del mod">
          <ac:chgData name="Lim Kelvin" userId="624f6ae12bb7b72b" providerId="LiveId" clId="{F1251028-0FAA-4340-88A2-7AF13CC6F143}" dt="2025-12-14T18:58:24.196" v="6770" actId="20577"/>
          <ac:spMkLst>
            <pc:docMk/>
            <pc:sldMk cId="326597880" sldId="273"/>
            <ac:spMk id="31" creationId="{06AF9E96-B9D4-4803-B5F0-CD92EB49B902}"/>
          </ac:spMkLst>
        </pc:spChg>
        <pc:spChg chg="mod">
          <ac:chgData name="Lim Kelvin" userId="624f6ae12bb7b72b" providerId="LiveId" clId="{F1251028-0FAA-4340-88A2-7AF13CC6F143}" dt="2025-12-14T18:14:04.296" v="6101" actId="1076"/>
          <ac:spMkLst>
            <pc:docMk/>
            <pc:sldMk cId="326597880" sldId="273"/>
            <ac:spMk id="39" creationId="{C488BD8D-54FA-4314-8F5E-A275995BC469}"/>
          </ac:spMkLst>
        </pc:spChg>
        <pc:spChg chg="mod">
          <ac:chgData name="Lim Kelvin" userId="624f6ae12bb7b72b" providerId="LiveId" clId="{F1251028-0FAA-4340-88A2-7AF13CC6F143}" dt="2025-12-14T18:47:28.132" v="6655" actId="1076"/>
          <ac:spMkLst>
            <pc:docMk/>
            <pc:sldMk cId="326597880" sldId="273"/>
            <ac:spMk id="40" creationId="{78701637-8657-4770-844A-CCF1BEF14E4F}"/>
          </ac:spMkLst>
        </pc:spChg>
        <pc:spChg chg="mod">
          <ac:chgData name="Lim Kelvin" userId="624f6ae12bb7b72b" providerId="LiveId" clId="{F1251028-0FAA-4340-88A2-7AF13CC6F143}" dt="2025-12-14T18:56:27.191" v="6752" actId="20577"/>
          <ac:spMkLst>
            <pc:docMk/>
            <pc:sldMk cId="326597880" sldId="273"/>
            <ac:spMk id="41" creationId="{9A943E66-356B-4F03-BBAC-99608EC00BD2}"/>
          </ac:spMkLst>
        </pc:spChg>
        <pc:spChg chg="mod">
          <ac:chgData name="Lim Kelvin" userId="624f6ae12bb7b72b" providerId="LiveId" clId="{F1251028-0FAA-4340-88A2-7AF13CC6F143}" dt="2025-12-14T18:14:08.882" v="6102" actId="1076"/>
          <ac:spMkLst>
            <pc:docMk/>
            <pc:sldMk cId="326597880" sldId="273"/>
            <ac:spMk id="43" creationId="{BF4E41FA-E469-4DD6-A96D-135ABCD1F9B1}"/>
          </ac:spMkLst>
        </pc:spChg>
        <pc:spChg chg="mod">
          <ac:chgData name="Lim Kelvin" userId="624f6ae12bb7b72b" providerId="LiveId" clId="{F1251028-0FAA-4340-88A2-7AF13CC6F143}" dt="2025-12-14T18:49:32.706" v="6671" actId="1076"/>
          <ac:spMkLst>
            <pc:docMk/>
            <pc:sldMk cId="326597880" sldId="273"/>
            <ac:spMk id="44" creationId="{0AB781D4-C59E-4D64-9CFD-ED4FFAAF97FE}"/>
          </ac:spMkLst>
        </pc:spChg>
        <pc:spChg chg="mod">
          <ac:chgData name="Lim Kelvin" userId="624f6ae12bb7b72b" providerId="LiveId" clId="{F1251028-0FAA-4340-88A2-7AF13CC6F143}" dt="2025-12-14T18:57:45.965" v="6766" actId="20577"/>
          <ac:spMkLst>
            <pc:docMk/>
            <pc:sldMk cId="326597880" sldId="273"/>
            <ac:spMk id="45" creationId="{913476BB-E259-41FA-A251-D85717ADB947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47" creationId="{EBBD889B-7AF6-4BD3-A958-988F737FCE90}"/>
          </ac:spMkLst>
        </pc:spChg>
        <pc:spChg chg="mod">
          <ac:chgData name="Lim Kelvin" userId="624f6ae12bb7b72b" providerId="LiveId" clId="{F1251028-0FAA-4340-88A2-7AF13CC6F143}" dt="2025-12-14T18:47:25.495" v="6654" actId="1076"/>
          <ac:spMkLst>
            <pc:docMk/>
            <pc:sldMk cId="326597880" sldId="273"/>
            <ac:spMk id="48" creationId="{385A70C8-D44F-4F96-B5C1-26536AD36697}"/>
          </ac:spMkLst>
        </pc:spChg>
        <pc:spChg chg="mod">
          <ac:chgData name="Lim Kelvin" userId="624f6ae12bb7b72b" providerId="LiveId" clId="{F1251028-0FAA-4340-88A2-7AF13CC6F143}" dt="2025-12-14T18:58:02.814" v="6768" actId="20577"/>
          <ac:spMkLst>
            <pc:docMk/>
            <pc:sldMk cId="326597880" sldId="273"/>
            <ac:spMk id="49" creationId="{3D23A588-FE7B-4154-AAB5-05FEBE051310}"/>
          </ac:spMkLst>
        </pc:spChg>
        <pc:spChg chg="mod">
          <ac:chgData name="Lim Kelvin" userId="624f6ae12bb7b72b" providerId="LiveId" clId="{F1251028-0FAA-4340-88A2-7AF13CC6F143}" dt="2025-12-14T18:40:44.657" v="6532" actId="1076"/>
          <ac:spMkLst>
            <pc:docMk/>
            <pc:sldMk cId="326597880" sldId="273"/>
            <ac:spMk id="53" creationId="{085280C5-3946-4371-ABF3-42E1565C577A}"/>
          </ac:spMkLst>
        </pc:spChg>
        <pc:spChg chg="mod">
          <ac:chgData name="Lim Kelvin" userId="624f6ae12bb7b72b" providerId="LiveId" clId="{F1251028-0FAA-4340-88A2-7AF13CC6F143}" dt="2025-12-14T18:40:41.990" v="6531" actId="1076"/>
          <ac:spMkLst>
            <pc:docMk/>
            <pc:sldMk cId="326597880" sldId="273"/>
            <ac:spMk id="54" creationId="{74CE2C81-4C92-4519-A995-1E4801DFFB4F}"/>
          </ac:spMkLst>
        </pc:spChg>
        <pc:spChg chg="mod">
          <ac:chgData name="Lim Kelvin" userId="624f6ae12bb7b72b" providerId="LiveId" clId="{F1251028-0FAA-4340-88A2-7AF13CC6F143}" dt="2025-12-14T18:40:50.804" v="6534" actId="1076"/>
          <ac:spMkLst>
            <pc:docMk/>
            <pc:sldMk cId="326597880" sldId="273"/>
            <ac:spMk id="55" creationId="{79834ABE-DFA5-40BA-97F1-476CCF20B6C2}"/>
          </ac:spMkLst>
        </pc:spChg>
        <pc:spChg chg="mod">
          <ac:chgData name="Lim Kelvin" userId="624f6ae12bb7b72b" providerId="LiveId" clId="{F1251028-0FAA-4340-88A2-7AF13CC6F143}" dt="2025-12-14T18:36:35.054" v="6468" actId="1076"/>
          <ac:spMkLst>
            <pc:docMk/>
            <pc:sldMk cId="326597880" sldId="273"/>
            <ac:spMk id="56" creationId="{17583CEE-43EF-44E8-B0C5-DEEE0E112460}"/>
          </ac:spMkLst>
        </pc:spChg>
        <pc:spChg chg="del mod">
          <ac:chgData name="Lim Kelvin" userId="624f6ae12bb7b72b" providerId="LiveId" clId="{F1251028-0FAA-4340-88A2-7AF13CC6F143}" dt="2025-12-14T18:36:42.325" v="6470" actId="478"/>
          <ac:spMkLst>
            <pc:docMk/>
            <pc:sldMk cId="326597880" sldId="273"/>
            <ac:spMk id="57" creationId="{2B1BE095-7A92-4EB7-857E-CD8999807108}"/>
          </ac:spMkLst>
        </pc:spChg>
        <pc:spChg chg="add del mod">
          <ac:chgData name="Lim Kelvin" userId="624f6ae12bb7b72b" providerId="LiveId" clId="{F1251028-0FAA-4340-88A2-7AF13CC6F143}" dt="2025-12-14T18:36:54.330" v="6472" actId="478"/>
          <ac:spMkLst>
            <pc:docMk/>
            <pc:sldMk cId="326597880" sldId="273"/>
            <ac:spMk id="58" creationId="{4B57CB7A-5A18-43D2-B18D-C6087D3C6427}"/>
          </ac:spMkLst>
        </pc:spChg>
        <pc:spChg chg="mod">
          <ac:chgData name="Lim Kelvin" userId="624f6ae12bb7b72b" providerId="LiveId" clId="{F1251028-0FAA-4340-88A2-7AF13CC6F143}" dt="2025-12-14T18:40:47.848" v="6533" actId="1076"/>
          <ac:spMkLst>
            <pc:docMk/>
            <pc:sldMk cId="326597880" sldId="273"/>
            <ac:spMk id="59" creationId="{0ED0ACA4-A7B8-4E2B-AAAE-DD80A02068B6}"/>
          </ac:spMkLst>
        </pc:spChg>
        <pc:spChg chg="mod">
          <ac:chgData name="Lim Kelvin" userId="624f6ae12bb7b72b" providerId="LiveId" clId="{F1251028-0FAA-4340-88A2-7AF13CC6F143}" dt="2025-12-14T18:18:13.031" v="6199" actId="1076"/>
          <ac:spMkLst>
            <pc:docMk/>
            <pc:sldMk cId="326597880" sldId="273"/>
            <ac:spMk id="60" creationId="{7EEDB521-36C5-4580-B88F-78C1596EF66B}"/>
          </ac:spMkLst>
        </pc:spChg>
        <pc:spChg chg="mod">
          <ac:chgData name="Lim Kelvin" userId="624f6ae12bb7b72b" providerId="LiveId" clId="{F1251028-0FAA-4340-88A2-7AF13CC6F143}" dt="2025-12-14T18:52:44.364" v="6712" actId="1076"/>
          <ac:spMkLst>
            <pc:docMk/>
            <pc:sldMk cId="326597880" sldId="273"/>
            <ac:spMk id="61" creationId="{ADC8F4CA-A0CC-486C-8739-346FFE4CFB03}"/>
          </ac:spMkLst>
        </pc:spChg>
        <pc:spChg chg="mod">
          <ac:chgData name="Lim Kelvin" userId="624f6ae12bb7b72b" providerId="LiveId" clId="{F1251028-0FAA-4340-88A2-7AF13CC6F143}" dt="2025-12-14T18:57:19.916" v="6760" actId="20577"/>
          <ac:spMkLst>
            <pc:docMk/>
            <pc:sldMk cId="326597880" sldId="273"/>
            <ac:spMk id="62" creationId="{E8D41526-D023-405C-9776-1424F9056F26}"/>
          </ac:spMkLst>
        </pc:spChg>
        <pc:spChg chg="mod">
          <ac:chgData name="Lim Kelvin" userId="624f6ae12bb7b72b" providerId="LiveId" clId="{F1251028-0FAA-4340-88A2-7AF13CC6F143}" dt="2025-12-14T18:29:50.602" v="6432" actId="1076"/>
          <ac:spMkLst>
            <pc:docMk/>
            <pc:sldMk cId="326597880" sldId="273"/>
            <ac:spMk id="63" creationId="{CC122B85-4D3D-435A-B040-CF3DA2B5A7D4}"/>
          </ac:spMkLst>
        </pc:spChg>
        <pc:spChg chg="mod">
          <ac:chgData name="Lim Kelvin" userId="624f6ae12bb7b72b" providerId="LiveId" clId="{F1251028-0FAA-4340-88A2-7AF13CC6F143}" dt="2025-12-14T18:43:29.489" v="6625" actId="20577"/>
          <ac:spMkLst>
            <pc:docMk/>
            <pc:sldMk cId="326597880" sldId="273"/>
            <ac:spMk id="66" creationId="{6CE98C47-BFCB-4FAA-9E82-E864346245B0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68" creationId="{50ACBE2A-B87D-40C2-9FC6-3763F4F3A6E3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69" creationId="{1080F7DF-F017-4A4B-AF82-1EF5756E3DD3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70" creationId="{8421B772-B752-48C0-9F7D-DB04B1A416E7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71" creationId="{32026C85-9D4A-4EDF-ADC0-812502B65EC9}"/>
          </ac:spMkLst>
        </pc:spChg>
        <pc:spChg chg="mod">
          <ac:chgData name="Lim Kelvin" userId="624f6ae12bb7b72b" providerId="LiveId" clId="{F1251028-0FAA-4340-88A2-7AF13CC6F143}" dt="2025-12-14T18:46:43.729" v="6648" actId="14100"/>
          <ac:spMkLst>
            <pc:docMk/>
            <pc:sldMk cId="326597880" sldId="273"/>
            <ac:spMk id="72" creationId="{BA48DE01-B20B-491C-8F44-A8E0C38902E2}"/>
          </ac:spMkLst>
        </pc:spChg>
        <pc:spChg chg="mod">
          <ac:chgData name="Lim Kelvin" userId="624f6ae12bb7b72b" providerId="LiveId" clId="{F1251028-0FAA-4340-88A2-7AF13CC6F143}" dt="2025-12-14T19:01:10.389" v="6844" actId="1076"/>
          <ac:spMkLst>
            <pc:docMk/>
            <pc:sldMk cId="326597880" sldId="273"/>
            <ac:spMk id="73" creationId="{6D878FC2-9AD4-438E-84B6-A8B939E6321A}"/>
          </ac:spMkLst>
        </pc:spChg>
        <pc:spChg chg="mod">
          <ac:chgData name="Lim Kelvin" userId="624f6ae12bb7b72b" providerId="LiveId" clId="{F1251028-0FAA-4340-88A2-7AF13CC6F143}" dt="2025-12-14T18:49:31.322" v="6670" actId="14100"/>
          <ac:spMkLst>
            <pc:docMk/>
            <pc:sldMk cId="326597880" sldId="273"/>
            <ac:spMk id="74" creationId="{F01E6B7D-D63E-4562-B237-C7E575458B7B}"/>
          </ac:spMkLst>
        </pc:spChg>
        <pc:spChg chg="mod">
          <ac:chgData name="Lim Kelvin" userId="624f6ae12bb7b72b" providerId="LiveId" clId="{F1251028-0FAA-4340-88A2-7AF13CC6F143}" dt="2025-12-14T18:49:58.548" v="6672" actId="14100"/>
          <ac:spMkLst>
            <pc:docMk/>
            <pc:sldMk cId="326597880" sldId="273"/>
            <ac:spMk id="75" creationId="{9E5A7442-E619-4F3B-B8C0-C064B719EC7A}"/>
          </ac:spMkLst>
        </pc:spChg>
        <pc:spChg chg="mod">
          <ac:chgData name="Lim Kelvin" userId="624f6ae12bb7b72b" providerId="LiveId" clId="{F1251028-0FAA-4340-88A2-7AF13CC6F143}" dt="2025-12-14T18:50:43.311" v="6681" actId="14100"/>
          <ac:spMkLst>
            <pc:docMk/>
            <pc:sldMk cId="326597880" sldId="273"/>
            <ac:spMk id="77" creationId="{8EE2C2F3-F202-4DDD-BAC5-06114FD11145}"/>
          </ac:spMkLst>
        </pc:spChg>
        <pc:spChg chg="add del mod">
          <ac:chgData name="Lim Kelvin" userId="624f6ae12bb7b72b" providerId="LiveId" clId="{F1251028-0FAA-4340-88A2-7AF13CC6F143}" dt="2025-12-14T18:51:33.699" v="6691" actId="14100"/>
          <ac:spMkLst>
            <pc:docMk/>
            <pc:sldMk cId="326597880" sldId="273"/>
            <ac:spMk id="78" creationId="{9F372F88-0947-4190-8C56-AC0D02ED373B}"/>
          </ac:spMkLst>
        </pc:spChg>
        <pc:spChg chg="mod">
          <ac:chgData name="Lim Kelvin" userId="624f6ae12bb7b72b" providerId="LiveId" clId="{F1251028-0FAA-4340-88A2-7AF13CC6F143}" dt="2025-12-14T18:52:40.776" v="6711" actId="14100"/>
          <ac:spMkLst>
            <pc:docMk/>
            <pc:sldMk cId="326597880" sldId="273"/>
            <ac:spMk id="79" creationId="{4929964A-4BA7-4C6D-BD84-8CDA1DDA7EE5}"/>
          </ac:spMkLst>
        </pc:spChg>
        <pc:spChg chg="mod">
          <ac:chgData name="Lim Kelvin" userId="624f6ae12bb7b72b" providerId="LiveId" clId="{F1251028-0FAA-4340-88A2-7AF13CC6F143}" dt="2025-12-14T18:52:49.304" v="6713" actId="1076"/>
          <ac:spMkLst>
            <pc:docMk/>
            <pc:sldMk cId="326597880" sldId="273"/>
            <ac:spMk id="80" creationId="{CE30802F-E691-43A4-AF4B-20EAE5AC89CC}"/>
          </ac:spMkLst>
        </pc:spChg>
        <pc:spChg chg="mod">
          <ac:chgData name="Lim Kelvin" userId="624f6ae12bb7b72b" providerId="LiveId" clId="{F1251028-0FAA-4340-88A2-7AF13CC6F143}" dt="2025-12-14T18:51:59.365" v="6701" actId="207"/>
          <ac:spMkLst>
            <pc:docMk/>
            <pc:sldMk cId="326597880" sldId="273"/>
            <ac:spMk id="81" creationId="{917B56D8-8050-4F7A-8D44-D1C401FD7F91}"/>
          </ac:spMkLst>
        </pc:spChg>
        <pc:spChg chg="mod">
          <ac:chgData name="Lim Kelvin" userId="624f6ae12bb7b72b" providerId="LiveId" clId="{F1251028-0FAA-4340-88A2-7AF13CC6F143}" dt="2025-12-14T18:50:57.730" v="6689" actId="207"/>
          <ac:spMkLst>
            <pc:docMk/>
            <pc:sldMk cId="326597880" sldId="273"/>
            <ac:spMk id="82" creationId="{B4AA4DF8-85D9-46A1-958F-BFCA529722F9}"/>
          </ac:spMkLst>
        </pc:spChg>
        <pc:spChg chg="mod">
          <ac:chgData name="Lim Kelvin" userId="624f6ae12bb7b72b" providerId="LiveId" clId="{F1251028-0FAA-4340-88A2-7AF13CC6F143}" dt="2025-12-14T18:50:10.644" v="6679" actId="1076"/>
          <ac:spMkLst>
            <pc:docMk/>
            <pc:sldMk cId="326597880" sldId="273"/>
            <ac:spMk id="83" creationId="{55E16638-AE1C-49EE-87B1-C45AD5E87461}"/>
          </ac:spMkLst>
        </pc:spChg>
        <pc:spChg chg="mod">
          <ac:chgData name="Lim Kelvin" userId="624f6ae12bb7b72b" providerId="LiveId" clId="{F1251028-0FAA-4340-88A2-7AF13CC6F143}" dt="2025-12-14T18:48:14.256" v="6662" actId="1076"/>
          <ac:spMkLst>
            <pc:docMk/>
            <pc:sldMk cId="326597880" sldId="273"/>
            <ac:spMk id="84" creationId="{6768576F-E143-46F7-B923-38FC9CFE4B9A}"/>
          </ac:spMkLst>
        </pc:spChg>
        <pc:spChg chg="mod">
          <ac:chgData name="Lim Kelvin" userId="624f6ae12bb7b72b" providerId="LiveId" clId="{F1251028-0FAA-4340-88A2-7AF13CC6F143}" dt="2025-12-14T18:47:38.800" v="6656" actId="1076"/>
          <ac:spMkLst>
            <pc:docMk/>
            <pc:sldMk cId="326597880" sldId="273"/>
            <ac:spMk id="85" creationId="{53B89264-48CC-469F-B9E7-EFD3DA2917DD}"/>
          </ac:spMkLst>
        </pc:spChg>
        <pc:spChg chg="mod">
          <ac:chgData name="Lim Kelvin" userId="624f6ae12bb7b72b" providerId="LiveId" clId="{F1251028-0FAA-4340-88A2-7AF13CC6F143}" dt="2025-12-14T18:46:05.998" v="6637" actId="207"/>
          <ac:spMkLst>
            <pc:docMk/>
            <pc:sldMk cId="326597880" sldId="273"/>
            <ac:spMk id="86" creationId="{6CCD4A2C-9C21-4E16-BF04-1028AEE19B79}"/>
          </ac:spMkLst>
        </pc:spChg>
        <pc:spChg chg="mod">
          <ac:chgData name="Lim Kelvin" userId="624f6ae12bb7b72b" providerId="LiveId" clId="{F1251028-0FAA-4340-88A2-7AF13CC6F143}" dt="2025-12-14T18:11:07.483" v="5993" actId="1076"/>
          <ac:spMkLst>
            <pc:docMk/>
            <pc:sldMk cId="326597880" sldId="273"/>
            <ac:spMk id="87" creationId="{D521C079-6158-4311-8BC6-0A054071E7B9}"/>
          </ac:spMkLst>
        </pc:spChg>
        <pc:spChg chg="add mod">
          <ac:chgData name="Lim Kelvin" userId="624f6ae12bb7b72b" providerId="LiveId" clId="{F1251028-0FAA-4340-88A2-7AF13CC6F143}" dt="2025-12-14T18:36:48.948" v="6471" actId="1076"/>
          <ac:spMkLst>
            <pc:docMk/>
            <pc:sldMk cId="326597880" sldId="273"/>
            <ac:spMk id="91" creationId="{DE4E0C35-292F-4657-A73E-3F5D958F8926}"/>
          </ac:spMkLst>
        </pc:spChg>
        <pc:spChg chg="add mod">
          <ac:chgData name="Lim Kelvin" userId="624f6ae12bb7b72b" providerId="LiveId" clId="{F1251028-0FAA-4340-88A2-7AF13CC6F143}" dt="2025-12-14T18:37:04.064" v="6474" actId="1076"/>
          <ac:spMkLst>
            <pc:docMk/>
            <pc:sldMk cId="326597880" sldId="273"/>
            <ac:spMk id="92" creationId="{2D0D0020-3394-44D8-B389-2F3E9EAC5508}"/>
          </ac:spMkLst>
        </pc:spChg>
        <pc:spChg chg="add mod">
          <ac:chgData name="Lim Kelvin" userId="624f6ae12bb7b72b" providerId="LiveId" clId="{F1251028-0FAA-4340-88A2-7AF13CC6F143}" dt="2025-12-14T18:43:14.904" v="6600" actId="20577"/>
          <ac:spMkLst>
            <pc:docMk/>
            <pc:sldMk cId="326597880" sldId="273"/>
            <ac:spMk id="93" creationId="{9A96238C-DB21-4B55-A228-97324D3A2300}"/>
          </ac:spMkLst>
        </pc:spChg>
        <pc:spChg chg="add mod">
          <ac:chgData name="Lim Kelvin" userId="624f6ae12bb7b72b" providerId="LiveId" clId="{F1251028-0FAA-4340-88A2-7AF13CC6F143}" dt="2025-12-14T19:01:27.405" v="6854" actId="1076"/>
          <ac:spMkLst>
            <pc:docMk/>
            <pc:sldMk cId="326597880" sldId="273"/>
            <ac:spMk id="94" creationId="{589033CE-DB8D-48B1-807D-10730AAB800B}"/>
          </ac:spMkLst>
        </pc:spChg>
        <pc:spChg chg="add del mod">
          <ac:chgData name="Lim Kelvin" userId="624f6ae12bb7b72b" providerId="LiveId" clId="{F1251028-0FAA-4340-88A2-7AF13CC6F143}" dt="2025-12-14T18:59:10.481" v="6788" actId="478"/>
          <ac:spMkLst>
            <pc:docMk/>
            <pc:sldMk cId="326597880" sldId="273"/>
            <ac:spMk id="95" creationId="{1EDF062A-C725-4401-B2E9-738B4A0D0158}"/>
          </ac:spMkLst>
        </pc:spChg>
        <pc:spChg chg="add mod">
          <ac:chgData name="Lim Kelvin" userId="624f6ae12bb7b72b" providerId="LiveId" clId="{F1251028-0FAA-4340-88A2-7AF13CC6F143}" dt="2025-12-14T19:01:07.726" v="6842" actId="1076"/>
          <ac:spMkLst>
            <pc:docMk/>
            <pc:sldMk cId="326597880" sldId="273"/>
            <ac:spMk id="96" creationId="{365A16AE-77DD-4FCB-A5B0-EBADE000B297}"/>
          </ac:spMkLst>
        </pc:spChg>
        <pc:spChg chg="add mod">
          <ac:chgData name="Lim Kelvin" userId="624f6ae12bb7b72b" providerId="LiveId" clId="{F1251028-0FAA-4340-88A2-7AF13CC6F143}" dt="2025-12-14T19:01:13.390" v="6845" actId="1076"/>
          <ac:spMkLst>
            <pc:docMk/>
            <pc:sldMk cId="326597880" sldId="273"/>
            <ac:spMk id="97" creationId="{2DEAFC1D-DCF6-4EA6-A30E-072FB21AEDB7}"/>
          </ac:spMkLst>
        </pc:spChg>
        <pc:spChg chg="add mod">
          <ac:chgData name="Lim Kelvin" userId="624f6ae12bb7b72b" providerId="LiveId" clId="{F1251028-0FAA-4340-88A2-7AF13CC6F143}" dt="2025-12-14T19:02:24.667" v="6866" actId="1076"/>
          <ac:spMkLst>
            <pc:docMk/>
            <pc:sldMk cId="326597880" sldId="273"/>
            <ac:spMk id="98" creationId="{126E4554-98D4-464F-88C5-56D57C7F06CD}"/>
          </ac:spMkLst>
        </pc:spChg>
        <pc:spChg chg="add mod">
          <ac:chgData name="Lim Kelvin" userId="624f6ae12bb7b72b" providerId="LiveId" clId="{F1251028-0FAA-4340-88A2-7AF13CC6F143}" dt="2025-12-14T19:03:30.603" v="6881" actId="1076"/>
          <ac:spMkLst>
            <pc:docMk/>
            <pc:sldMk cId="326597880" sldId="273"/>
            <ac:spMk id="99" creationId="{EEE5DA3A-38E2-4056-A691-0359AE81B6C7}"/>
          </ac:spMkLst>
        </pc:spChg>
        <pc:spChg chg="add mod">
          <ac:chgData name="Lim Kelvin" userId="624f6ae12bb7b72b" providerId="LiveId" clId="{F1251028-0FAA-4340-88A2-7AF13CC6F143}" dt="2025-12-14T19:03:40.681" v="6883" actId="1076"/>
          <ac:spMkLst>
            <pc:docMk/>
            <pc:sldMk cId="326597880" sldId="273"/>
            <ac:spMk id="100" creationId="{2F21AC43-A7AC-4B3E-B2CD-F1697033229E}"/>
          </ac:spMkLst>
        </pc:spChg>
        <pc:spChg chg="add mod">
          <ac:chgData name="Lim Kelvin" userId="624f6ae12bb7b72b" providerId="LiveId" clId="{F1251028-0FAA-4340-88A2-7AF13CC6F143}" dt="2025-12-14T19:03:47.914" v="6885" actId="1076"/>
          <ac:spMkLst>
            <pc:docMk/>
            <pc:sldMk cId="326597880" sldId="273"/>
            <ac:spMk id="101" creationId="{51D91951-225A-4626-BBD6-E050E6967F8B}"/>
          </ac:spMkLst>
        </pc:spChg>
        <pc:spChg chg="add mod">
          <ac:chgData name="Lim Kelvin" userId="624f6ae12bb7b72b" providerId="LiveId" clId="{F1251028-0FAA-4340-88A2-7AF13CC6F143}" dt="2025-12-14T19:06:08.593" v="6889" actId="20577"/>
          <ac:spMkLst>
            <pc:docMk/>
            <pc:sldMk cId="326597880" sldId="273"/>
            <ac:spMk id="102" creationId="{74F9A9A2-955C-4DF4-A9EE-EDF2784F715D}"/>
          </ac:spMkLst>
        </pc:spChg>
        <pc:spChg chg="add mod">
          <ac:chgData name="Lim Kelvin" userId="624f6ae12bb7b72b" providerId="LiveId" clId="{F1251028-0FAA-4340-88A2-7AF13CC6F143}" dt="2025-12-14T19:28:52.881" v="7260" actId="113"/>
          <ac:spMkLst>
            <pc:docMk/>
            <pc:sldMk cId="326597880" sldId="273"/>
            <ac:spMk id="103" creationId="{7A6849DD-1324-4A05-80D2-D4AA2865D5A0}"/>
          </ac:spMkLst>
        </pc:spChg>
        <pc:picChg chg="add mod">
          <ac:chgData name="Lim Kelvin" userId="624f6ae12bb7b72b" providerId="LiveId" clId="{F1251028-0FAA-4340-88A2-7AF13CC6F143}" dt="2025-12-14T18:47:02.874" v="6652" actId="1440"/>
          <ac:picMkLst>
            <pc:docMk/>
            <pc:sldMk cId="326597880" sldId="273"/>
            <ac:picMk id="6" creationId="{99E590FB-C486-4ADE-9CAA-27F4CB326D7F}"/>
          </ac:picMkLst>
        </pc:picChg>
        <pc:picChg chg="add del mod">
          <ac:chgData name="Lim Kelvin" userId="624f6ae12bb7b72b" providerId="LiveId" clId="{F1251028-0FAA-4340-88A2-7AF13CC6F143}" dt="2025-12-14T18:06:18.409" v="5964" actId="478"/>
          <ac:picMkLst>
            <pc:docMk/>
            <pc:sldMk cId="326597880" sldId="273"/>
            <ac:picMk id="9" creationId="{A7AA65D6-B112-477B-9B8E-CE95CB95838C}"/>
          </ac:picMkLst>
        </pc:picChg>
        <pc:picChg chg="add del mod">
          <ac:chgData name="Lim Kelvin" userId="624f6ae12bb7b72b" providerId="LiveId" clId="{F1251028-0FAA-4340-88A2-7AF13CC6F143}" dt="2025-12-14T18:19:56.797" v="6229" actId="478"/>
          <ac:picMkLst>
            <pc:docMk/>
            <pc:sldMk cId="326597880" sldId="273"/>
            <ac:picMk id="12" creationId="{1518A07F-4536-4DF6-91EC-A70F54B0E11F}"/>
          </ac:picMkLst>
        </pc:picChg>
        <pc:picChg chg="add mod">
          <ac:chgData name="Lim Kelvin" userId="624f6ae12bb7b72b" providerId="LiveId" clId="{F1251028-0FAA-4340-88A2-7AF13CC6F143}" dt="2025-12-14T18:22:09.804" v="6260" actId="1076"/>
          <ac:picMkLst>
            <pc:docMk/>
            <pc:sldMk cId="326597880" sldId="273"/>
            <ac:picMk id="14" creationId="{394D0E8B-B53D-4CAB-B2AD-76AFCAD73294}"/>
          </ac:picMkLst>
        </pc:picChg>
        <pc:picChg chg="add mod">
          <ac:chgData name="Lim Kelvin" userId="624f6ae12bb7b72b" providerId="LiveId" clId="{F1251028-0FAA-4340-88A2-7AF13CC6F143}" dt="2025-12-14T18:19:26.462" v="6220" actId="1440"/>
          <ac:picMkLst>
            <pc:docMk/>
            <pc:sldMk cId="326597880" sldId="273"/>
            <ac:picMk id="18" creationId="{3C9EE4C5-2522-47DB-AB7A-E317BA0B5418}"/>
          </ac:picMkLst>
        </pc:picChg>
        <pc:picChg chg="add mod">
          <ac:chgData name="Lim Kelvin" userId="624f6ae12bb7b72b" providerId="LiveId" clId="{F1251028-0FAA-4340-88A2-7AF13CC6F143}" dt="2025-12-14T18:48:36.608" v="6667" actId="1076"/>
          <ac:picMkLst>
            <pc:docMk/>
            <pc:sldMk cId="326597880" sldId="273"/>
            <ac:picMk id="21" creationId="{2D79D677-2FA0-4C51-A112-33F7B5790F8F}"/>
          </ac:picMkLst>
        </pc:picChg>
        <pc:picChg chg="add mod modCrop">
          <ac:chgData name="Lim Kelvin" userId="624f6ae12bb7b72b" providerId="LiveId" clId="{F1251028-0FAA-4340-88A2-7AF13CC6F143}" dt="2025-12-14T18:21:41.174" v="6252" actId="1076"/>
          <ac:picMkLst>
            <pc:docMk/>
            <pc:sldMk cId="326597880" sldId="273"/>
            <ac:picMk id="32" creationId="{D9363736-46FF-4E14-9656-506CD4E044E1}"/>
          </ac:picMkLst>
        </pc:picChg>
        <pc:picChg chg="del">
          <ac:chgData name="Lim Kelvin" userId="624f6ae12bb7b72b" providerId="LiveId" clId="{F1251028-0FAA-4340-88A2-7AF13CC6F143}" dt="2025-12-14T18:09:36.745" v="5968" actId="478"/>
          <ac:picMkLst>
            <pc:docMk/>
            <pc:sldMk cId="326597880" sldId="273"/>
            <ac:picMk id="33" creationId="{04174EB1-20B5-4E50-BCBC-5B11F8742CD1}"/>
          </ac:picMkLst>
        </pc:picChg>
        <pc:picChg chg="del">
          <ac:chgData name="Lim Kelvin" userId="624f6ae12bb7b72b" providerId="LiveId" clId="{F1251028-0FAA-4340-88A2-7AF13CC6F143}" dt="2025-12-14T17:59:23.446" v="5957" actId="478"/>
          <ac:picMkLst>
            <pc:docMk/>
            <pc:sldMk cId="326597880" sldId="273"/>
            <ac:picMk id="38" creationId="{6E9F0EC2-2328-4E8D-BE35-6166A5D012EE}"/>
          </ac:picMkLst>
        </pc:picChg>
        <pc:picChg chg="del">
          <ac:chgData name="Lim Kelvin" userId="624f6ae12bb7b72b" providerId="LiveId" clId="{F1251028-0FAA-4340-88A2-7AF13CC6F143}" dt="2025-12-14T18:09:35.947" v="5966" actId="478"/>
          <ac:picMkLst>
            <pc:docMk/>
            <pc:sldMk cId="326597880" sldId="273"/>
            <ac:picMk id="42" creationId="{E2C1BFF9-4320-4B78-8A9B-6C2BA7CBD37E}"/>
          </ac:picMkLst>
        </pc:picChg>
        <pc:picChg chg="del">
          <ac:chgData name="Lim Kelvin" userId="624f6ae12bb7b72b" providerId="LiveId" clId="{F1251028-0FAA-4340-88A2-7AF13CC6F143}" dt="2025-12-14T18:09:36.216" v="5967" actId="478"/>
          <ac:picMkLst>
            <pc:docMk/>
            <pc:sldMk cId="326597880" sldId="273"/>
            <ac:picMk id="46" creationId="{911D15EB-8DD2-447A-9044-787E20F45C06}"/>
          </ac:picMkLst>
        </pc:picChg>
        <pc:picChg chg="del">
          <ac:chgData name="Lim Kelvin" userId="624f6ae12bb7b72b" providerId="LiveId" clId="{F1251028-0FAA-4340-88A2-7AF13CC6F143}" dt="2025-12-14T18:09:35.665" v="5965" actId="478"/>
          <ac:picMkLst>
            <pc:docMk/>
            <pc:sldMk cId="326597880" sldId="273"/>
            <ac:picMk id="50" creationId="{B3C0300B-2B13-42BB-A662-8513FA5FAFDE}"/>
          </ac:picMkLst>
        </pc:picChg>
        <pc:picChg chg="del">
          <ac:chgData name="Lim Kelvin" userId="624f6ae12bb7b72b" providerId="LiveId" clId="{F1251028-0FAA-4340-88A2-7AF13CC6F143}" dt="2025-12-14T18:09:37.171" v="5969" actId="478"/>
          <ac:picMkLst>
            <pc:docMk/>
            <pc:sldMk cId="326597880" sldId="273"/>
            <ac:picMk id="51" creationId="{EFA66498-A4C5-45BB-9333-B13DE3017A6A}"/>
          </ac:picMkLst>
        </pc:picChg>
        <pc:picChg chg="del">
          <ac:chgData name="Lim Kelvin" userId="624f6ae12bb7b72b" providerId="LiveId" clId="{F1251028-0FAA-4340-88A2-7AF13CC6F143}" dt="2025-12-14T18:09:37.589" v="5970" actId="478"/>
          <ac:picMkLst>
            <pc:docMk/>
            <pc:sldMk cId="326597880" sldId="273"/>
            <ac:picMk id="52" creationId="{155B4587-E27C-4E4A-9050-B245DB6E53DA}"/>
          </ac:picMkLst>
        </pc:picChg>
        <pc:picChg chg="del">
          <ac:chgData name="Lim Kelvin" userId="624f6ae12bb7b72b" providerId="LiveId" clId="{F1251028-0FAA-4340-88A2-7AF13CC6F143}" dt="2025-12-14T18:09:37.951" v="5971" actId="478"/>
          <ac:picMkLst>
            <pc:docMk/>
            <pc:sldMk cId="326597880" sldId="273"/>
            <ac:picMk id="65" creationId="{96E2816D-2097-499B-8DA1-4A33CA687480}"/>
          </ac:picMkLst>
        </pc:picChg>
        <pc:picChg chg="add mod">
          <ac:chgData name="Lim Kelvin" userId="624f6ae12bb7b72b" providerId="LiveId" clId="{F1251028-0FAA-4340-88A2-7AF13CC6F143}" dt="2025-12-14T18:19:53.307" v="6228" actId="1076"/>
          <ac:picMkLst>
            <pc:docMk/>
            <pc:sldMk cId="326597880" sldId="273"/>
            <ac:picMk id="76" creationId="{D6D4ABF7-256C-4F43-AC93-3AFA346A7822}"/>
          </ac:picMkLst>
        </pc:picChg>
        <pc:picChg chg="add mod">
          <ac:chgData name="Lim Kelvin" userId="624f6ae12bb7b72b" providerId="LiveId" clId="{F1251028-0FAA-4340-88A2-7AF13CC6F143}" dt="2025-12-14T18:20:04.490" v="6231" actId="1076"/>
          <ac:picMkLst>
            <pc:docMk/>
            <pc:sldMk cId="326597880" sldId="273"/>
            <ac:picMk id="88" creationId="{F8DD1872-F410-4B16-978E-60A60E8893FF}"/>
          </ac:picMkLst>
        </pc:picChg>
        <pc:picChg chg="add mod modCrop">
          <ac:chgData name="Lim Kelvin" userId="624f6ae12bb7b72b" providerId="LiveId" clId="{F1251028-0FAA-4340-88A2-7AF13CC6F143}" dt="2025-12-14T18:21:51.733" v="6255" actId="1076"/>
          <ac:picMkLst>
            <pc:docMk/>
            <pc:sldMk cId="326597880" sldId="273"/>
            <ac:picMk id="89" creationId="{E853B379-290C-4F0E-95AC-6EAA577EFFBE}"/>
          </ac:picMkLst>
        </pc:picChg>
        <pc:picChg chg="add mod modCrop">
          <ac:chgData name="Lim Kelvin" userId="624f6ae12bb7b72b" providerId="LiveId" clId="{F1251028-0FAA-4340-88A2-7AF13CC6F143}" dt="2025-12-14T18:22:05.869" v="6259" actId="1076"/>
          <ac:picMkLst>
            <pc:docMk/>
            <pc:sldMk cId="326597880" sldId="273"/>
            <ac:picMk id="90" creationId="{A50ADE91-BEB6-4938-B6E4-CD9182BC8814}"/>
          </ac:picMkLst>
        </pc:picChg>
        <pc:cxnChg chg="mod">
          <ac:chgData name="Lim Kelvin" userId="624f6ae12bb7b72b" providerId="LiveId" clId="{F1251028-0FAA-4340-88A2-7AF13CC6F143}" dt="2025-12-14T17:47:17.467" v="5776" actId="1076"/>
          <ac:cxnSpMkLst>
            <pc:docMk/>
            <pc:sldMk cId="326597880" sldId="273"/>
            <ac:cxnSpMk id="4" creationId="{AB851C5D-9E5B-4A89-8877-405FE7F1E5A5}"/>
          </ac:cxnSpMkLst>
        </pc:cxnChg>
        <pc:cxnChg chg="mod">
          <ac:chgData name="Lim Kelvin" userId="624f6ae12bb7b72b" providerId="LiveId" clId="{F1251028-0FAA-4340-88A2-7AF13CC6F143}" dt="2025-12-14T17:47:20.545" v="5777" actId="1076"/>
          <ac:cxnSpMkLst>
            <pc:docMk/>
            <pc:sldMk cId="326597880" sldId="273"/>
            <ac:cxnSpMk id="5" creationId="{A1E4674A-02BB-45A5-A9F0-404A4C510D2B}"/>
          </ac:cxnSpMkLst>
        </pc:cxnChg>
      </pc:sldChg>
      <pc:sldChg chg="modSp add del mod">
        <pc:chgData name="Lim Kelvin" userId="624f6ae12bb7b72b" providerId="LiveId" clId="{F1251028-0FAA-4340-88A2-7AF13CC6F143}" dt="2025-12-14T18:56:19.501" v="6749" actId="47"/>
        <pc:sldMkLst>
          <pc:docMk/>
          <pc:sldMk cId="1983376171" sldId="274"/>
        </pc:sldMkLst>
        <pc:spChg chg="mod">
          <ac:chgData name="Lim Kelvin" userId="624f6ae12bb7b72b" providerId="LiveId" clId="{F1251028-0FAA-4340-88A2-7AF13CC6F143}" dt="2025-12-14T18:56:14.117" v="6746" actId="20577"/>
          <ac:spMkLst>
            <pc:docMk/>
            <pc:sldMk cId="1983376171" sldId="274"/>
            <ac:spMk id="41" creationId="{9A943E66-356B-4F03-BBAC-99608EC00BD2}"/>
          </ac:spMkLst>
        </pc:spChg>
        <pc:spChg chg="mod">
          <ac:chgData name="Lim Kelvin" userId="624f6ae12bb7b72b" providerId="LiveId" clId="{F1251028-0FAA-4340-88A2-7AF13CC6F143}" dt="2025-12-14T18:56:17.387" v="6748" actId="20577"/>
          <ac:spMkLst>
            <pc:docMk/>
            <pc:sldMk cId="1983376171" sldId="274"/>
            <ac:spMk id="93" creationId="{9A96238C-DB21-4B55-A228-97324D3A2300}"/>
          </ac:spMkLst>
        </pc:spChg>
      </pc:sldChg>
      <pc:sldChg chg="addSp modSp add mod">
        <pc:chgData name="Lim Kelvin" userId="624f6ae12bb7b72b" providerId="LiveId" clId="{F1251028-0FAA-4340-88A2-7AF13CC6F143}" dt="2025-12-14T19:29:07.507" v="7262" actId="1076"/>
        <pc:sldMkLst>
          <pc:docMk/>
          <pc:sldMk cId="3969984864" sldId="274"/>
        </pc:sldMkLst>
        <pc:spChg chg="mod">
          <ac:chgData name="Lim Kelvin" userId="624f6ae12bb7b72b" providerId="LiveId" clId="{F1251028-0FAA-4340-88A2-7AF13CC6F143}" dt="2025-12-14T19:14:22.766" v="6975" actId="14100"/>
          <ac:spMkLst>
            <pc:docMk/>
            <pc:sldMk cId="3969984864" sldId="274"/>
            <ac:spMk id="8" creationId="{DCF0DE90-E2E2-417D-95FB-7F5B24BD727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10" creationId="{536166A1-1BD0-4E0B-A8F0-4866AAE91177}"/>
          </ac:spMkLst>
        </pc:spChg>
        <pc:spChg chg="mod">
          <ac:chgData name="Lim Kelvin" userId="624f6ae12bb7b72b" providerId="LiveId" clId="{F1251028-0FAA-4340-88A2-7AF13CC6F143}" dt="2025-12-14T19:14:27.576" v="6984" actId="14100"/>
          <ac:spMkLst>
            <pc:docMk/>
            <pc:sldMk cId="3969984864" sldId="274"/>
            <ac:spMk id="15" creationId="{139D08DE-A1A7-4B32-9787-20BFF25C3A67}"/>
          </ac:spMkLst>
        </pc:spChg>
        <pc:spChg chg="mod">
          <ac:chgData name="Lim Kelvin" userId="624f6ae12bb7b72b" providerId="LiveId" clId="{F1251028-0FAA-4340-88A2-7AF13CC6F143}" dt="2025-12-14T19:17:57.931" v="7024" actId="20577"/>
          <ac:spMkLst>
            <pc:docMk/>
            <pc:sldMk cId="3969984864" sldId="274"/>
            <ac:spMk id="16" creationId="{47060DF4-79B0-48CF-A916-FF7BC3DEED04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0" creationId="{22D1BC6F-957D-4A1C-96F0-F3A89643A766}"/>
          </ac:spMkLst>
        </pc:spChg>
        <pc:spChg chg="mod">
          <ac:chgData name="Lim Kelvin" userId="624f6ae12bb7b72b" providerId="LiveId" clId="{F1251028-0FAA-4340-88A2-7AF13CC6F143}" dt="2025-12-14T19:14:25.267" v="6980" actId="20577"/>
          <ac:spMkLst>
            <pc:docMk/>
            <pc:sldMk cId="3969984864" sldId="274"/>
            <ac:spMk id="23" creationId="{E71A1904-EAD6-496A-83D9-B23AD7B7982F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4" creationId="{4BF50F0C-FDAD-45EC-B2B1-9F083D823100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5" creationId="{DB477390-0C18-44AA-9A65-2285F182B36E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6" creationId="{B65570F7-8758-4C5D-9376-383EA9A301E4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7" creationId="{9B7CA938-D194-4CBB-867C-D96DD3CFA8BD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28" creationId="{00142720-697B-47F2-BB6F-3704FC28F06A}"/>
          </ac:spMkLst>
        </pc:spChg>
        <pc:spChg chg="mod">
          <ac:chgData name="Lim Kelvin" userId="624f6ae12bb7b72b" providerId="LiveId" clId="{F1251028-0FAA-4340-88A2-7AF13CC6F143}" dt="2025-12-14T19:14:25.574" v="6981" actId="20577"/>
          <ac:spMkLst>
            <pc:docMk/>
            <pc:sldMk cId="3969984864" sldId="274"/>
            <ac:spMk id="29" creationId="{86655C0F-1360-4AE8-936E-4EFE0CA403C5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30" creationId="{583C7106-F499-41F5-A10B-8A42D8978EE6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31" creationId="{06AF9E96-B9D4-4803-B5F0-CD92EB49B902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39" creationId="{C488BD8D-54FA-4314-8F5E-A275995BC469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0" creationId="{78701637-8657-4770-844A-CCF1BEF14E4F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1" creationId="{9A943E66-356B-4F03-BBAC-99608EC00BD2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3" creationId="{BF4E41FA-E469-4DD6-A96D-135ABCD1F9B1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4" creationId="{0AB781D4-C59E-4D64-9CFD-ED4FFAAF97FE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5" creationId="{913476BB-E259-41FA-A251-D85717ADB94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7" creationId="{EBBD889B-7AF6-4BD3-A958-988F737FCE90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8" creationId="{385A70C8-D44F-4F96-B5C1-26536AD3669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49" creationId="{3D23A588-FE7B-4154-AAB5-05FEBE051310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53" creationId="{085280C5-3946-4371-ABF3-42E1565C577A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54" creationId="{74CE2C81-4C92-4519-A995-1E4801DFFB4F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55" creationId="{79834ABE-DFA5-40BA-97F1-476CCF20B6C2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56" creationId="{17583CEE-43EF-44E8-B0C5-DEEE0E112460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59" creationId="{0ED0ACA4-A7B8-4E2B-AAAE-DD80A02068B6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60" creationId="{7EEDB521-36C5-4580-B88F-78C1596EF66B}"/>
          </ac:spMkLst>
        </pc:spChg>
        <pc:spChg chg="mod">
          <ac:chgData name="Lim Kelvin" userId="624f6ae12bb7b72b" providerId="LiveId" clId="{F1251028-0FAA-4340-88A2-7AF13CC6F143}" dt="2025-12-14T19:14:25.993" v="6982" actId="20577"/>
          <ac:spMkLst>
            <pc:docMk/>
            <pc:sldMk cId="3969984864" sldId="274"/>
            <ac:spMk id="61" creationId="{ADC8F4CA-A0CC-486C-8739-346FFE4CFB03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62" creationId="{E8D41526-D023-405C-9776-1424F9056F26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63" creationId="{CC122B85-4D3D-435A-B040-CF3DA2B5A7D4}"/>
          </ac:spMkLst>
        </pc:spChg>
        <pc:spChg chg="mod">
          <ac:chgData name="Lim Kelvin" userId="624f6ae12bb7b72b" providerId="LiveId" clId="{F1251028-0FAA-4340-88A2-7AF13CC6F143}" dt="2025-12-14T19:14:22.436" v="6973" actId="1076"/>
          <ac:spMkLst>
            <pc:docMk/>
            <pc:sldMk cId="3969984864" sldId="274"/>
            <ac:spMk id="66" creationId="{6CE98C47-BFCB-4FAA-9E82-E864346245B0}"/>
          </ac:spMkLst>
        </pc:spChg>
        <pc:spChg chg="mod">
          <ac:chgData name="Lim Kelvin" userId="624f6ae12bb7b72b" providerId="LiveId" clId="{F1251028-0FAA-4340-88A2-7AF13CC6F143}" dt="2025-12-14T19:14:22.436" v="6973" actId="1076"/>
          <ac:spMkLst>
            <pc:docMk/>
            <pc:sldMk cId="3969984864" sldId="274"/>
            <ac:spMk id="67" creationId="{5D92F12C-5C65-4995-823D-FEBC963E93F1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68" creationId="{50ACBE2A-B87D-40C2-9FC6-3763F4F3A6E3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69" creationId="{1080F7DF-F017-4A4B-AF82-1EF5756E3DD3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0" creationId="{8421B772-B752-48C0-9F7D-DB04B1A416E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1" creationId="{32026C85-9D4A-4EDF-ADC0-812502B65EC9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2" creationId="{BA48DE01-B20B-491C-8F44-A8E0C38902E2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3" creationId="{6D878FC2-9AD4-438E-84B6-A8B939E6321A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4" creationId="{F01E6B7D-D63E-4562-B237-C7E575458B7B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5" creationId="{9E5A7442-E619-4F3B-B8C0-C064B719EC7A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7" creationId="{8EE2C2F3-F202-4DDD-BAC5-06114FD11145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8" creationId="{9F372F88-0947-4190-8C56-AC0D02ED373B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79" creationId="{4929964A-4BA7-4C6D-BD84-8CDA1DDA7EE5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0" creationId="{CE30802F-E691-43A4-AF4B-20EAE5AC89CC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1" creationId="{917B56D8-8050-4F7A-8D44-D1C401FD7F91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2" creationId="{B4AA4DF8-85D9-46A1-958F-BFCA529722F9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3" creationId="{55E16638-AE1C-49EE-87B1-C45AD5E87461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4" creationId="{6768576F-E143-46F7-B923-38FC9CFE4B9A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5" creationId="{53B89264-48CC-469F-B9E7-EFD3DA2917DD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6" creationId="{6CCD4A2C-9C21-4E16-BF04-1028AEE19B79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87" creationId="{D521C079-6158-4311-8BC6-0A054071E7B9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1" creationId="{DE4E0C35-292F-4657-A73E-3F5D958F8926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2" creationId="{2D0D0020-3394-44D8-B389-2F3E9EAC5508}"/>
          </ac:spMkLst>
        </pc:spChg>
        <pc:spChg chg="mod">
          <ac:chgData name="Lim Kelvin" userId="624f6ae12bb7b72b" providerId="LiveId" clId="{F1251028-0FAA-4340-88A2-7AF13CC6F143}" dt="2025-12-14T19:07:47.932" v="6905" actId="20577"/>
          <ac:spMkLst>
            <pc:docMk/>
            <pc:sldMk cId="3969984864" sldId="274"/>
            <ac:spMk id="93" creationId="{9A96238C-DB21-4B55-A228-97324D3A2300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4" creationId="{589033CE-DB8D-48B1-807D-10730AAB800B}"/>
          </ac:spMkLst>
        </pc:spChg>
        <pc:spChg chg="add mod">
          <ac:chgData name="Lim Kelvin" userId="624f6ae12bb7b72b" providerId="LiveId" clId="{F1251028-0FAA-4340-88A2-7AF13CC6F143}" dt="2025-12-14T19:29:07.507" v="7262" actId="1076"/>
          <ac:spMkLst>
            <pc:docMk/>
            <pc:sldMk cId="3969984864" sldId="274"/>
            <ac:spMk id="95" creationId="{E62B3DE1-F58B-4D26-B227-8D8733B76CA6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6" creationId="{365A16AE-77DD-4FCB-A5B0-EBADE000B29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7" creationId="{2DEAFC1D-DCF6-4EA6-A30E-072FB21AEDB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8" creationId="{126E4554-98D4-464F-88C5-56D57C7F06CD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99" creationId="{EEE5DA3A-38E2-4056-A691-0359AE81B6C7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100" creationId="{2F21AC43-A7AC-4B3E-B2CD-F1697033229E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101" creationId="{51D91951-225A-4626-BBD6-E050E6967F8B}"/>
          </ac:spMkLst>
        </pc:spChg>
        <pc:spChg chg="mod">
          <ac:chgData name="Lim Kelvin" userId="624f6ae12bb7b72b" providerId="LiveId" clId="{F1251028-0FAA-4340-88A2-7AF13CC6F143}" dt="2025-12-14T19:14:22.399" v="6972" actId="1076"/>
          <ac:spMkLst>
            <pc:docMk/>
            <pc:sldMk cId="3969984864" sldId="274"/>
            <ac:spMk id="102" creationId="{74F9A9A2-955C-4DF4-A9EE-EDF2784F715D}"/>
          </ac:spMkLst>
        </pc:sp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14" creationId="{394D0E8B-B53D-4CAB-B2AD-76AFCAD73294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18" creationId="{3C9EE4C5-2522-47DB-AB7A-E317BA0B5418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21" creationId="{2D79D677-2FA0-4C51-A112-33F7B5790F8F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32" creationId="{D9363736-46FF-4E14-9656-506CD4E044E1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76" creationId="{D6D4ABF7-256C-4F43-AC93-3AFA346A7822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88" creationId="{F8DD1872-F410-4B16-978E-60A60E8893FF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89" creationId="{E853B379-290C-4F0E-95AC-6EAA577EFFBE}"/>
          </ac:picMkLst>
        </pc:picChg>
        <pc:picChg chg="mod">
          <ac:chgData name="Lim Kelvin" userId="624f6ae12bb7b72b" providerId="LiveId" clId="{F1251028-0FAA-4340-88A2-7AF13CC6F143}" dt="2025-12-14T19:14:22.399" v="6972" actId="1076"/>
          <ac:picMkLst>
            <pc:docMk/>
            <pc:sldMk cId="3969984864" sldId="274"/>
            <ac:picMk id="90" creationId="{A50ADE91-BEB6-4938-B6E4-CD9182BC8814}"/>
          </ac:picMkLst>
        </pc:picChg>
      </pc:sldChg>
      <pc:sldChg chg="add del">
        <pc:chgData name="Lim Kelvin" userId="624f6ae12bb7b72b" providerId="LiveId" clId="{F1251028-0FAA-4340-88A2-7AF13CC6F143}" dt="2025-12-14T19:14:21.021" v="6967" actId="2890"/>
        <pc:sldMkLst>
          <pc:docMk/>
          <pc:sldMk cId="1417556698" sldId="275"/>
        </pc:sldMkLst>
      </pc:sldChg>
      <pc:sldChg chg="add del">
        <pc:chgData name="Lim Kelvin" userId="624f6ae12bb7b72b" providerId="LiveId" clId="{F1251028-0FAA-4340-88A2-7AF13CC6F143}" dt="2025-12-14T19:13:09.983" v="6957" actId="2890"/>
        <pc:sldMkLst>
          <pc:docMk/>
          <pc:sldMk cId="2105741313" sldId="275"/>
        </pc:sldMkLst>
      </pc:sldChg>
      <pc:sldChg chg="addSp modSp add mod ord">
        <pc:chgData name="Lim Kelvin" userId="624f6ae12bb7b72b" providerId="LiveId" clId="{F1251028-0FAA-4340-88A2-7AF13CC6F143}" dt="2025-12-14T19:34:32.402" v="7368"/>
        <pc:sldMkLst>
          <pc:docMk/>
          <pc:sldMk cId="4228549655" sldId="275"/>
        </pc:sldMkLst>
        <pc:spChg chg="mod">
          <ac:chgData name="Lim Kelvin" userId="624f6ae12bb7b72b" providerId="LiveId" clId="{F1251028-0FAA-4340-88A2-7AF13CC6F143}" dt="2025-12-14T19:16:10.701" v="6997" actId="14100"/>
          <ac:spMkLst>
            <pc:docMk/>
            <pc:sldMk cId="4228549655" sldId="275"/>
            <ac:spMk id="8" creationId="{DCF0DE90-E2E2-417D-95FB-7F5B24BD7277}"/>
          </ac:spMkLst>
        </pc:spChg>
        <pc:spChg chg="mod">
          <ac:chgData name="Lim Kelvin" userId="624f6ae12bb7b72b" providerId="LiveId" clId="{F1251028-0FAA-4340-88A2-7AF13CC6F143}" dt="2025-12-14T19:17:55.301" v="7023" actId="20577"/>
          <ac:spMkLst>
            <pc:docMk/>
            <pc:sldMk cId="4228549655" sldId="275"/>
            <ac:spMk id="16" creationId="{47060DF4-79B0-48CF-A916-FF7BC3DEED04}"/>
          </ac:spMkLst>
        </pc:spChg>
        <pc:spChg chg="mod">
          <ac:chgData name="Lim Kelvin" userId="624f6ae12bb7b72b" providerId="LiveId" clId="{F1251028-0FAA-4340-88A2-7AF13CC6F143}" dt="2025-12-14T19:19:50.712" v="7029" actId="1076"/>
          <ac:spMkLst>
            <pc:docMk/>
            <pc:sldMk cId="4228549655" sldId="275"/>
            <ac:spMk id="80" creationId="{CE30802F-E691-43A4-AF4B-20EAE5AC89CC}"/>
          </ac:spMkLst>
        </pc:spChg>
        <pc:spChg chg="add mod">
          <ac:chgData name="Lim Kelvin" userId="624f6ae12bb7b72b" providerId="LiveId" clId="{F1251028-0FAA-4340-88A2-7AF13CC6F143}" dt="2025-12-14T19:17:53.243" v="7022" actId="20577"/>
          <ac:spMkLst>
            <pc:docMk/>
            <pc:sldMk cId="4228549655" sldId="275"/>
            <ac:spMk id="95" creationId="{A047D552-B04A-460F-BF53-82F340295D0A}"/>
          </ac:spMkLst>
        </pc:spChg>
        <pc:spChg chg="add mod">
          <ac:chgData name="Lim Kelvin" userId="624f6ae12bb7b72b" providerId="LiveId" clId="{F1251028-0FAA-4340-88A2-7AF13CC6F143}" dt="2025-12-14T19:17:26.805" v="7008" actId="1076"/>
          <ac:spMkLst>
            <pc:docMk/>
            <pc:sldMk cId="4228549655" sldId="275"/>
            <ac:spMk id="103" creationId="{847E2F48-E7BA-4C18-8377-A7377CD543FE}"/>
          </ac:spMkLst>
        </pc:spChg>
        <pc:spChg chg="add mod">
          <ac:chgData name="Lim Kelvin" userId="624f6ae12bb7b72b" providerId="LiveId" clId="{F1251028-0FAA-4340-88A2-7AF13CC6F143}" dt="2025-12-14T19:17:26.805" v="7008" actId="1076"/>
          <ac:spMkLst>
            <pc:docMk/>
            <pc:sldMk cId="4228549655" sldId="275"/>
            <ac:spMk id="104" creationId="{6DB81B33-48BE-4118-AE71-77A158503A44}"/>
          </ac:spMkLst>
        </pc:spChg>
        <pc:spChg chg="add mod">
          <ac:chgData name="Lim Kelvin" userId="624f6ae12bb7b72b" providerId="LiveId" clId="{F1251028-0FAA-4340-88A2-7AF13CC6F143}" dt="2025-12-14T19:17:26.805" v="7008" actId="1076"/>
          <ac:spMkLst>
            <pc:docMk/>
            <pc:sldMk cId="4228549655" sldId="275"/>
            <ac:spMk id="105" creationId="{880415DC-0953-4B99-AB6B-FDC4D19C5E90}"/>
          </ac:spMkLst>
        </pc:spChg>
        <pc:spChg chg="add mod">
          <ac:chgData name="Lim Kelvin" userId="624f6ae12bb7b72b" providerId="LiveId" clId="{F1251028-0FAA-4340-88A2-7AF13CC6F143}" dt="2025-12-14T19:17:26.805" v="7008" actId="1076"/>
          <ac:spMkLst>
            <pc:docMk/>
            <pc:sldMk cId="4228549655" sldId="275"/>
            <ac:spMk id="106" creationId="{5F8F9B41-D5C9-487E-AEAA-B167D33256A7}"/>
          </ac:spMkLst>
        </pc:spChg>
        <pc:spChg chg="add mod">
          <ac:chgData name="Lim Kelvin" userId="624f6ae12bb7b72b" providerId="LiveId" clId="{F1251028-0FAA-4340-88A2-7AF13CC6F143}" dt="2025-12-14T19:21:58.678" v="7036" actId="20577"/>
          <ac:spMkLst>
            <pc:docMk/>
            <pc:sldMk cId="4228549655" sldId="275"/>
            <ac:spMk id="107" creationId="{3F46E475-7B7A-4D9F-B0C1-FF552122E00E}"/>
          </ac:spMkLst>
        </pc:spChg>
        <pc:spChg chg="add mod">
          <ac:chgData name="Lim Kelvin" userId="624f6ae12bb7b72b" providerId="LiveId" clId="{F1251028-0FAA-4340-88A2-7AF13CC6F143}" dt="2025-12-14T19:20:09.328" v="7034" actId="20577"/>
          <ac:spMkLst>
            <pc:docMk/>
            <pc:sldMk cId="4228549655" sldId="275"/>
            <ac:spMk id="108" creationId="{3514BF4E-6858-4BF7-8667-60EC0696DFCC}"/>
          </ac:spMkLst>
        </pc:spChg>
        <pc:spChg chg="add mod">
          <ac:chgData name="Lim Kelvin" userId="624f6ae12bb7b72b" providerId="LiveId" clId="{F1251028-0FAA-4340-88A2-7AF13CC6F143}" dt="2025-12-14T19:28:50.252" v="7259" actId="113"/>
          <ac:spMkLst>
            <pc:docMk/>
            <pc:sldMk cId="4228549655" sldId="275"/>
            <ac:spMk id="109" creationId="{9AEA4892-0CD4-41C6-B3D1-8CE0867A328A}"/>
          </ac:spMkLst>
        </pc:spChg>
        <pc:picChg chg="add mod modCrop">
          <ac:chgData name="Lim Kelvin" userId="624f6ae12bb7b72b" providerId="LiveId" clId="{F1251028-0FAA-4340-88A2-7AF13CC6F143}" dt="2025-12-14T19:17:03.423" v="7006" actId="1076"/>
          <ac:picMkLst>
            <pc:docMk/>
            <pc:sldMk cId="4228549655" sldId="275"/>
            <ac:picMk id="7" creationId="{A9AB13C4-085C-4E9F-B567-72E50AEB8AE0}"/>
          </ac:picMkLst>
        </pc:picChg>
        <pc:picChg chg="mod">
          <ac:chgData name="Lim Kelvin" userId="624f6ae12bb7b72b" providerId="LiveId" clId="{F1251028-0FAA-4340-88A2-7AF13CC6F143}" dt="2025-12-14T19:16:28.197" v="7001" actId="1440"/>
          <ac:picMkLst>
            <pc:docMk/>
            <pc:sldMk cId="4228549655" sldId="275"/>
            <ac:picMk id="14" creationId="{394D0E8B-B53D-4CAB-B2AD-76AFCAD73294}"/>
          </ac:picMkLst>
        </pc:picChg>
        <pc:picChg chg="mod">
          <ac:chgData name="Lim Kelvin" userId="624f6ae12bb7b72b" providerId="LiveId" clId="{F1251028-0FAA-4340-88A2-7AF13CC6F143}" dt="2025-12-14T19:16:34.228" v="7004" actId="1440"/>
          <ac:picMkLst>
            <pc:docMk/>
            <pc:sldMk cId="4228549655" sldId="275"/>
            <ac:picMk id="32" creationId="{D9363736-46FF-4E14-9656-506CD4E044E1}"/>
          </ac:picMkLst>
        </pc:picChg>
        <pc:picChg chg="mod">
          <ac:chgData name="Lim Kelvin" userId="624f6ae12bb7b72b" providerId="LiveId" clId="{F1251028-0FAA-4340-88A2-7AF13CC6F143}" dt="2025-12-14T19:16:31.892" v="7003" actId="1440"/>
          <ac:picMkLst>
            <pc:docMk/>
            <pc:sldMk cId="4228549655" sldId="275"/>
            <ac:picMk id="89" creationId="{E853B379-290C-4F0E-95AC-6EAA577EFFBE}"/>
          </ac:picMkLst>
        </pc:picChg>
        <pc:picChg chg="mod">
          <ac:chgData name="Lim Kelvin" userId="624f6ae12bb7b72b" providerId="LiveId" clId="{F1251028-0FAA-4340-88A2-7AF13CC6F143}" dt="2025-12-14T19:16:30.958" v="7002" actId="1440"/>
          <ac:picMkLst>
            <pc:docMk/>
            <pc:sldMk cId="4228549655" sldId="275"/>
            <ac:picMk id="90" creationId="{A50ADE91-BEB6-4938-B6E4-CD9182BC8814}"/>
          </ac:picMkLst>
        </pc:picChg>
      </pc:sldChg>
      <pc:sldChg chg="modSp add mod ord">
        <pc:chgData name="Lim Kelvin" userId="624f6ae12bb7b72b" providerId="LiveId" clId="{F1251028-0FAA-4340-88A2-7AF13CC6F143}" dt="2025-12-14T19:34:27.929" v="7366" actId="1076"/>
        <pc:sldMkLst>
          <pc:docMk/>
          <pc:sldMk cId="1865629053" sldId="276"/>
        </pc:sldMkLst>
        <pc:spChg chg="mod">
          <ac:chgData name="Lim Kelvin" userId="624f6ae12bb7b72b" providerId="LiveId" clId="{F1251028-0FAA-4340-88A2-7AF13CC6F143}" dt="2025-12-14T19:34:13.692" v="7361" actId="1076"/>
          <ac:spMkLst>
            <pc:docMk/>
            <pc:sldMk cId="1865629053" sldId="276"/>
            <ac:spMk id="3" creationId="{F7E51A51-B4BA-4D7A-BB30-CC47C29451F0}"/>
          </ac:spMkLst>
        </pc:spChg>
        <pc:cxnChg chg="mod">
          <ac:chgData name="Lim Kelvin" userId="624f6ae12bb7b72b" providerId="LiveId" clId="{F1251028-0FAA-4340-88A2-7AF13CC6F143}" dt="2025-12-14T19:34:22.099" v="7363" actId="14100"/>
          <ac:cxnSpMkLst>
            <pc:docMk/>
            <pc:sldMk cId="1865629053" sldId="276"/>
            <ac:cxnSpMk id="6" creationId="{C7221B7C-52D1-4BF4-B9D3-9B20CF7272DB}"/>
          </ac:cxnSpMkLst>
        </pc:cxnChg>
        <pc:cxnChg chg="mod">
          <ac:chgData name="Lim Kelvin" userId="624f6ae12bb7b72b" providerId="LiveId" clId="{F1251028-0FAA-4340-88A2-7AF13CC6F143}" dt="2025-12-14T19:34:27.929" v="7366" actId="1076"/>
          <ac:cxnSpMkLst>
            <pc:docMk/>
            <pc:sldMk cId="1865629053" sldId="276"/>
            <ac:cxnSpMk id="7" creationId="{1BDC9F79-E9EF-4E14-B1ED-31F321059B63}"/>
          </ac:cxnSpMkLst>
        </pc:cxnChg>
      </pc:sldChg>
      <pc:sldChg chg="addSp delSp modSp add mod">
        <pc:chgData name="Lim Kelvin" userId="624f6ae12bb7b72b" providerId="LiveId" clId="{F1251028-0FAA-4340-88A2-7AF13CC6F143}" dt="2025-12-14T20:04:05.608" v="7957" actId="207"/>
        <pc:sldMkLst>
          <pc:docMk/>
          <pc:sldMk cId="1760245610" sldId="277"/>
        </pc:sldMkLst>
        <pc:spChg chg="add mod">
          <ac:chgData name="Lim Kelvin" userId="624f6ae12bb7b72b" providerId="LiveId" clId="{F1251028-0FAA-4340-88A2-7AF13CC6F143}" dt="2025-12-14T20:04:05.608" v="7957" actId="207"/>
          <ac:spMkLst>
            <pc:docMk/>
            <pc:sldMk cId="1760245610" sldId="277"/>
            <ac:spMk id="2" creationId="{CB34DE2F-E556-40A9-A50E-51FE63648A94}"/>
          </ac:spMkLst>
        </pc:spChg>
        <pc:spChg chg="del">
          <ac:chgData name="Lim Kelvin" userId="624f6ae12bb7b72b" providerId="LiveId" clId="{F1251028-0FAA-4340-88A2-7AF13CC6F143}" dt="2025-12-14T19:34:37.641" v="7370" actId="478"/>
          <ac:spMkLst>
            <pc:docMk/>
            <pc:sldMk cId="1760245610" sldId="277"/>
            <ac:spMk id="3" creationId="{F7E51A51-B4BA-4D7A-BB30-CC47C29451F0}"/>
          </ac:spMkLst>
        </pc:spChg>
        <pc:spChg chg="add mod">
          <ac:chgData name="Lim Kelvin" userId="624f6ae12bb7b72b" providerId="LiveId" clId="{F1251028-0FAA-4340-88A2-7AF13CC6F143}" dt="2025-12-14T19:55:19.446" v="7805" actId="14100"/>
          <ac:spMkLst>
            <pc:docMk/>
            <pc:sldMk cId="1760245610" sldId="277"/>
            <ac:spMk id="8" creationId="{B109E15B-98EF-4BC8-9277-0EFC6F37C3AB}"/>
          </ac:spMkLst>
        </pc:spChg>
        <pc:spChg chg="add mod">
          <ac:chgData name="Lim Kelvin" userId="624f6ae12bb7b72b" providerId="LiveId" clId="{F1251028-0FAA-4340-88A2-7AF13CC6F143}" dt="2025-12-14T19:55:15.736" v="7804" actId="14100"/>
          <ac:spMkLst>
            <pc:docMk/>
            <pc:sldMk cId="1760245610" sldId="277"/>
            <ac:spMk id="9" creationId="{4750CBEF-4835-479E-9311-745117480BB7}"/>
          </ac:spMkLst>
        </pc:spChg>
        <pc:spChg chg="add mod">
          <ac:chgData name="Lim Kelvin" userId="624f6ae12bb7b72b" providerId="LiveId" clId="{F1251028-0FAA-4340-88A2-7AF13CC6F143}" dt="2025-12-14T20:03:17.354" v="7955" actId="14100"/>
          <ac:spMkLst>
            <pc:docMk/>
            <pc:sldMk cId="1760245610" sldId="277"/>
            <ac:spMk id="10" creationId="{6B488C24-F6DB-45EE-80CD-34940469D87C}"/>
          </ac:spMkLst>
        </pc:spChg>
        <pc:spChg chg="add mod">
          <ac:chgData name="Lim Kelvin" userId="624f6ae12bb7b72b" providerId="LiveId" clId="{F1251028-0FAA-4340-88A2-7AF13CC6F143}" dt="2025-12-14T19:55:25.026" v="7807" actId="14100"/>
          <ac:spMkLst>
            <pc:docMk/>
            <pc:sldMk cId="1760245610" sldId="277"/>
            <ac:spMk id="11" creationId="{25ACCA8D-7FEC-4C78-9785-C62D04AF4DE4}"/>
          </ac:spMkLst>
        </pc:spChg>
        <pc:spChg chg="add mod">
          <ac:chgData name="Lim Kelvin" userId="624f6ae12bb7b72b" providerId="LiveId" clId="{F1251028-0FAA-4340-88A2-7AF13CC6F143}" dt="2025-12-14T19:55:10.220" v="7802" actId="14100"/>
          <ac:spMkLst>
            <pc:docMk/>
            <pc:sldMk cId="1760245610" sldId="277"/>
            <ac:spMk id="12" creationId="{857085C6-2D32-425B-A494-EFC7E636DA89}"/>
          </ac:spMkLst>
        </pc:spChg>
        <pc:spChg chg="add mod">
          <ac:chgData name="Lim Kelvin" userId="624f6ae12bb7b72b" providerId="LiveId" clId="{F1251028-0FAA-4340-88A2-7AF13CC6F143}" dt="2025-12-14T19:55:23.125" v="7806" actId="14100"/>
          <ac:spMkLst>
            <pc:docMk/>
            <pc:sldMk cId="1760245610" sldId="277"/>
            <ac:spMk id="13" creationId="{0494CAAD-F55D-42D7-9E58-07EBFBA2471F}"/>
          </ac:spMkLst>
        </pc:spChg>
        <pc:spChg chg="add mod">
          <ac:chgData name="Lim Kelvin" userId="624f6ae12bb7b72b" providerId="LiveId" clId="{F1251028-0FAA-4340-88A2-7AF13CC6F143}" dt="2025-12-14T19:54:07.428" v="7787" actId="1076"/>
          <ac:spMkLst>
            <pc:docMk/>
            <pc:sldMk cId="1760245610" sldId="277"/>
            <ac:spMk id="14" creationId="{6EC9B825-234C-48BF-9607-2F95EE3ADEAA}"/>
          </ac:spMkLst>
        </pc:spChg>
        <pc:spChg chg="add mod">
          <ac:chgData name="Lim Kelvin" userId="624f6ae12bb7b72b" providerId="LiveId" clId="{F1251028-0FAA-4340-88A2-7AF13CC6F143}" dt="2025-12-14T19:58:38.504" v="7873" actId="14100"/>
          <ac:spMkLst>
            <pc:docMk/>
            <pc:sldMk cId="1760245610" sldId="277"/>
            <ac:spMk id="15" creationId="{DCEB5A13-A82A-4EF1-84E4-D9C429DEAE14}"/>
          </ac:spMkLst>
        </pc:spChg>
        <pc:spChg chg="add mod">
          <ac:chgData name="Lim Kelvin" userId="624f6ae12bb7b72b" providerId="LiveId" clId="{F1251028-0FAA-4340-88A2-7AF13CC6F143}" dt="2025-12-14T19:58:26.579" v="7869" actId="14100"/>
          <ac:spMkLst>
            <pc:docMk/>
            <pc:sldMk cId="1760245610" sldId="277"/>
            <ac:spMk id="16" creationId="{5A20E33B-BD3F-4F1C-BA25-AA2734E2810C}"/>
          </ac:spMkLst>
        </pc:spChg>
        <pc:spChg chg="add mod">
          <ac:chgData name="Lim Kelvin" userId="624f6ae12bb7b72b" providerId="LiveId" clId="{F1251028-0FAA-4340-88A2-7AF13CC6F143}" dt="2025-12-14T19:58:28.554" v="7870" actId="14100"/>
          <ac:spMkLst>
            <pc:docMk/>
            <pc:sldMk cId="1760245610" sldId="277"/>
            <ac:spMk id="17" creationId="{C0AEF933-7E79-4FB1-BB9B-627CE8706ED8}"/>
          </ac:spMkLst>
        </pc:spChg>
        <pc:spChg chg="add mod">
          <ac:chgData name="Lim Kelvin" userId="624f6ae12bb7b72b" providerId="LiveId" clId="{F1251028-0FAA-4340-88A2-7AF13CC6F143}" dt="2025-12-14T19:58:33.581" v="7872" actId="14100"/>
          <ac:spMkLst>
            <pc:docMk/>
            <pc:sldMk cId="1760245610" sldId="277"/>
            <ac:spMk id="18" creationId="{1E9AA623-8B64-46BA-8BA8-362874068F00}"/>
          </ac:spMkLst>
        </pc:spChg>
        <pc:spChg chg="add mod">
          <ac:chgData name="Lim Kelvin" userId="624f6ae12bb7b72b" providerId="LiveId" clId="{F1251028-0FAA-4340-88A2-7AF13CC6F143}" dt="2025-12-14T20:00:33.048" v="7910" actId="20577"/>
          <ac:spMkLst>
            <pc:docMk/>
            <pc:sldMk cId="1760245610" sldId="277"/>
            <ac:spMk id="19" creationId="{3525A1FE-17E5-45DE-8201-E13AE0D58CD3}"/>
          </ac:spMkLst>
        </pc:spChg>
        <pc:spChg chg="add mod">
          <ac:chgData name="Lim Kelvin" userId="624f6ae12bb7b72b" providerId="LiveId" clId="{F1251028-0FAA-4340-88A2-7AF13CC6F143}" dt="2025-12-14T20:02:57.634" v="7953" actId="114"/>
          <ac:spMkLst>
            <pc:docMk/>
            <pc:sldMk cId="1760245610" sldId="277"/>
            <ac:spMk id="20" creationId="{6AB19FF1-85BB-42CC-B643-056F66C7B384}"/>
          </ac:spMkLst>
        </pc:spChg>
        <pc:picChg chg="add mod">
          <ac:chgData name="Lim Kelvin" userId="624f6ae12bb7b72b" providerId="LiveId" clId="{F1251028-0FAA-4340-88A2-7AF13CC6F143}" dt="2025-12-14T19:53:31.274" v="7782" actId="1076"/>
          <ac:picMkLst>
            <pc:docMk/>
            <pc:sldMk cId="1760245610" sldId="277"/>
            <ac:picMk id="5" creationId="{FCCEB254-A5C5-4871-A1D7-FED23FA8FC84}"/>
          </ac:picMkLst>
        </pc:picChg>
        <pc:cxnChg chg="del">
          <ac:chgData name="Lim Kelvin" userId="624f6ae12bb7b72b" providerId="LiveId" clId="{F1251028-0FAA-4340-88A2-7AF13CC6F143}" dt="2025-12-14T19:34:38.316" v="7371" actId="478"/>
          <ac:cxnSpMkLst>
            <pc:docMk/>
            <pc:sldMk cId="1760245610" sldId="277"/>
            <ac:cxnSpMk id="6" creationId="{C7221B7C-52D1-4BF4-B9D3-9B20CF7272DB}"/>
          </ac:cxnSpMkLst>
        </pc:cxnChg>
        <pc:cxnChg chg="del">
          <ac:chgData name="Lim Kelvin" userId="624f6ae12bb7b72b" providerId="LiveId" clId="{F1251028-0FAA-4340-88A2-7AF13CC6F143}" dt="2025-12-14T19:34:38.753" v="7372" actId="478"/>
          <ac:cxnSpMkLst>
            <pc:docMk/>
            <pc:sldMk cId="1760245610" sldId="277"/>
            <ac:cxnSpMk id="7" creationId="{1BDC9F79-E9EF-4E14-B1ED-31F321059B63}"/>
          </ac:cxnSpMkLst>
        </pc:cxnChg>
      </pc:sldChg>
      <pc:sldChg chg="addSp delSp modSp add mod ord">
        <pc:chgData name="Lim Kelvin" userId="624f6ae12bb7b72b" providerId="LiveId" clId="{F1251028-0FAA-4340-88A2-7AF13CC6F143}" dt="2025-12-14T20:20:23.488" v="8095" actId="1076"/>
        <pc:sldMkLst>
          <pc:docMk/>
          <pc:sldMk cId="160235944" sldId="278"/>
        </pc:sldMkLst>
        <pc:spChg chg="mod">
          <ac:chgData name="Lim Kelvin" userId="624f6ae12bb7b72b" providerId="LiveId" clId="{F1251028-0FAA-4340-88A2-7AF13CC6F143}" dt="2025-12-14T20:07:47.276" v="7982" actId="1076"/>
          <ac:spMkLst>
            <pc:docMk/>
            <pc:sldMk cId="160235944" sldId="278"/>
            <ac:spMk id="3" creationId="{F7E51A51-B4BA-4D7A-BB30-CC47C29451F0}"/>
          </ac:spMkLst>
        </pc:spChg>
        <pc:spChg chg="add del mod ord">
          <ac:chgData name="Lim Kelvin" userId="624f6ae12bb7b72b" providerId="LiveId" clId="{F1251028-0FAA-4340-88A2-7AF13CC6F143}" dt="2025-12-14T20:20:23.488" v="8095" actId="1076"/>
          <ac:spMkLst>
            <pc:docMk/>
            <pc:sldMk cId="160235944" sldId="278"/>
            <ac:spMk id="5" creationId="{2F7AD19B-109F-402E-9165-4AD461A18B5B}"/>
          </ac:spMkLst>
        </pc:spChg>
        <pc:cxnChg chg="mod">
          <ac:chgData name="Lim Kelvin" userId="624f6ae12bb7b72b" providerId="LiveId" clId="{F1251028-0FAA-4340-88A2-7AF13CC6F143}" dt="2025-12-14T20:07:51.134" v="7983" actId="1076"/>
          <ac:cxnSpMkLst>
            <pc:docMk/>
            <pc:sldMk cId="160235944" sldId="278"/>
            <ac:cxnSpMk id="6" creationId="{C7221B7C-52D1-4BF4-B9D3-9B20CF7272DB}"/>
          </ac:cxnSpMkLst>
        </pc:cxnChg>
        <pc:cxnChg chg="mod">
          <ac:chgData name="Lim Kelvin" userId="624f6ae12bb7b72b" providerId="LiveId" clId="{F1251028-0FAA-4340-88A2-7AF13CC6F143}" dt="2025-12-14T20:07:54.376" v="7984" actId="1076"/>
          <ac:cxnSpMkLst>
            <pc:docMk/>
            <pc:sldMk cId="160235944" sldId="278"/>
            <ac:cxnSpMk id="7" creationId="{1BDC9F79-E9EF-4E14-B1ED-31F321059B63}"/>
          </ac:cxnSpMkLst>
        </pc:cxnChg>
      </pc:sldChg>
      <pc:sldChg chg="modSp add del mod">
        <pc:chgData name="Lim Kelvin" userId="624f6ae12bb7b72b" providerId="LiveId" clId="{F1251028-0FAA-4340-88A2-7AF13CC6F143}" dt="2025-12-14T20:22:23.737" v="8101" actId="47"/>
        <pc:sldMkLst>
          <pc:docMk/>
          <pc:sldMk cId="303647741" sldId="279"/>
        </pc:sldMkLst>
        <pc:spChg chg="mod">
          <ac:chgData name="Lim Kelvin" userId="624f6ae12bb7b72b" providerId="LiveId" clId="{F1251028-0FAA-4340-88A2-7AF13CC6F143}" dt="2025-12-14T20:22:09.944" v="8100" actId="1076"/>
          <ac:spMkLst>
            <pc:docMk/>
            <pc:sldMk cId="303647741" sldId="279"/>
            <ac:spMk id="5" creationId="{2F7AD19B-109F-402E-9165-4AD461A18B5B}"/>
          </ac:spMkLst>
        </pc:spChg>
      </pc:sldChg>
      <pc:sldMasterChg chg="setBg addSldLayout modSldLayout">
        <pc:chgData name="Lim Kelvin" userId="624f6ae12bb7b72b" providerId="LiveId" clId="{F1251028-0FAA-4340-88A2-7AF13CC6F143}" dt="2025-12-14T14:55:42.132" v="4029"/>
        <pc:sldMasterMkLst>
          <pc:docMk/>
          <pc:sldMasterMk cId="1806721671" sldId="2147483648"/>
        </pc:sldMasterMkLst>
        <pc:sldLayoutChg chg="add setBg">
          <pc:chgData name="Lim Kelvin" userId="624f6ae12bb7b72b" providerId="LiveId" clId="{F1251028-0FAA-4340-88A2-7AF13CC6F143}" dt="2025-12-14T14:55:42.132" v="4029"/>
          <pc:sldLayoutMkLst>
            <pc:docMk/>
            <pc:sldMasterMk cId="1806721671" sldId="2147483648"/>
            <pc:sldLayoutMk cId="990131885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F341EF-250D-4FDD-A309-8928E3774C09}" type="datetimeFigureOut">
              <a:rPr lang="zh-TW" altLang="en-US" smtClean="0"/>
              <a:t>2025/12/14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85944-09E0-4CA5-8A30-7CF623BE147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4094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23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9698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6147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0653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8154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8420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5572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5044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2408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2668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6237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73340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693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50153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5644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52318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42773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7348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734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7585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85944-09E0-4CA5-8A30-7CF623BE1472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0292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AFD2D-BB03-4577-8EE6-83BC76336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CF3978-0450-4242-8041-B1FB29392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0131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320909">
                <a:lumMod val="40000"/>
              </a:srgbClr>
            </a:gs>
            <a:gs pos="37000">
              <a:srgbClr val="320909">
                <a:lumMod val="70000"/>
              </a:srgbClr>
            </a:gs>
            <a:gs pos="100000">
              <a:schemeClr val="tx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6721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Relationship Id="rId9" Type="http://schemas.openxmlformats.org/officeDocument/2006/relationships/image" Target="../media/image19.jp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FC0A582-7681-4243-8139-C1E1C8376212}"/>
              </a:ext>
            </a:extLst>
          </p:cNvPr>
          <p:cNvSpPr txBox="1"/>
          <p:nvPr/>
        </p:nvSpPr>
        <p:spPr>
          <a:xfrm>
            <a:off x="1059940" y="5067584"/>
            <a:ext cx="45432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AMD </a:t>
            </a:r>
            <a:r>
              <a:rPr lang="en-GB" altLang="zh-TW" sz="2800" b="1" i="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Ryzen</a:t>
            </a:r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™ Al Max+ 395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ACACF2-29AD-44CB-A4EA-77B01E0526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777" y="632706"/>
            <a:ext cx="5411623" cy="45058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  <a:reflection blurRad="6350" stA="52000" endA="300" endPos="35000" dir="5400000" sy="-100000" algn="bl" rotWithShape="0"/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105B47-C1BB-4E63-9FC1-A6182B04D0A2}"/>
              </a:ext>
            </a:extLst>
          </p:cNvPr>
          <p:cNvSpPr txBox="1"/>
          <p:nvPr/>
        </p:nvSpPr>
        <p:spPr>
          <a:xfrm>
            <a:off x="1059940" y="5652359"/>
            <a:ext cx="21723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100" i="0" dirty="0">
                <a:gradFill flip="none" rotWithShape="1"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林偉翔</a:t>
            </a:r>
            <a:r>
              <a:rPr lang="en-US" altLang="zh-CN" sz="1000" i="0" dirty="0">
                <a:gradFill flip="none" rotWithShape="1"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01257174</a:t>
            </a:r>
            <a:r>
              <a:rPr lang="en-US" altLang="zh-CN" sz="1100" i="0" dirty="0">
                <a:gradFill flip="none" rotWithShape="1"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 </a:t>
            </a:r>
            <a:r>
              <a:rPr lang="zh-CN" altLang="en-US" sz="1100" i="0" dirty="0">
                <a:gradFill flip="none" rotWithShape="1"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許能翔</a:t>
            </a:r>
            <a:r>
              <a:rPr lang="en-US" altLang="zh-CN" sz="1000" i="0" dirty="0">
                <a:gradFill flip="none" rotWithShape="1"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01257176</a:t>
            </a:r>
            <a:endParaRPr lang="en-GB" altLang="zh-TW" sz="1100" i="0" dirty="0">
              <a:gradFill flip="none" rotWithShape="1">
                <a:gsLst>
                  <a:gs pos="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49496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A7B6C-C6A7-4D6B-BBE0-7DC1CA37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221" y="726808"/>
            <a:ext cx="6389558" cy="5404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4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A7B6C-C6A7-4D6B-BBE0-7DC1CA37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221" y="726808"/>
            <a:ext cx="6389558" cy="540438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917EBE6-CE76-47E1-AE74-A0E4896E4BD9}"/>
              </a:ext>
            </a:extLst>
          </p:cNvPr>
          <p:cNvSpPr/>
          <p:nvPr/>
        </p:nvSpPr>
        <p:spPr>
          <a:xfrm>
            <a:off x="4805363" y="1731169"/>
            <a:ext cx="1290637" cy="106918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CCD #0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616DF2-92D3-4FDB-870D-46CC5A05B737}"/>
              </a:ext>
            </a:extLst>
          </p:cNvPr>
          <p:cNvSpPr/>
          <p:nvPr/>
        </p:nvSpPr>
        <p:spPr>
          <a:xfrm>
            <a:off x="6126957" y="1731169"/>
            <a:ext cx="1290637" cy="106918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CCD #1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6076D-E8EA-4BBE-BBFB-D4769F8B5647}"/>
              </a:ext>
            </a:extLst>
          </p:cNvPr>
          <p:cNvSpPr/>
          <p:nvPr/>
        </p:nvSpPr>
        <p:spPr>
          <a:xfrm>
            <a:off x="4723607" y="2823369"/>
            <a:ext cx="2721768" cy="229155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I/O Die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8088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A7B6C-C6A7-4D6B-BBE0-7DC1CA37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805" y="0"/>
            <a:ext cx="9315604" cy="78792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BCB5AEB-778F-4E5A-9F6C-E765D3FC0DB8}"/>
              </a:ext>
            </a:extLst>
          </p:cNvPr>
          <p:cNvSpPr/>
          <p:nvPr/>
        </p:nvSpPr>
        <p:spPr>
          <a:xfrm>
            <a:off x="5995988" y="1473994"/>
            <a:ext cx="1857375" cy="15382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CCD #0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7CE65D-AB6E-41C9-9516-DDDD5F53C85C}"/>
              </a:ext>
            </a:extLst>
          </p:cNvPr>
          <p:cNvSpPr/>
          <p:nvPr/>
        </p:nvSpPr>
        <p:spPr>
          <a:xfrm>
            <a:off x="7903370" y="1473994"/>
            <a:ext cx="1857375" cy="15382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CCD #1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DF63D9-C80F-49FF-8CEA-AEFCE24A8BB3}"/>
              </a:ext>
            </a:extLst>
          </p:cNvPr>
          <p:cNvSpPr/>
          <p:nvPr/>
        </p:nvSpPr>
        <p:spPr>
          <a:xfrm>
            <a:off x="5874148" y="3035299"/>
            <a:ext cx="3958430" cy="334406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DengXian" panose="02010600030101010101" pitchFamily="2" charset="-122"/>
                <a:ea typeface="DengXian" panose="02010600030101010101" pitchFamily="2" charset="-122"/>
              </a:rPr>
              <a:t>I/O Die</a:t>
            </a:r>
            <a:endParaRPr lang="zh-TW" altLang="en-US" b="1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7273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A7B6C-C6A7-4D6B-BBE0-7DC1CA37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855" y="0"/>
            <a:ext cx="9315604" cy="787927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F07E7C-678F-4271-B22F-2F8E2FAC3E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854" y="0"/>
            <a:ext cx="9534473" cy="787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620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A7B6C-C6A7-4D6B-BBE0-7DC1CA37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855" y="0"/>
            <a:ext cx="9315604" cy="787927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F07E7C-678F-4271-B22F-2F8E2FAC3E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854" y="0"/>
            <a:ext cx="9534473" cy="787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65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AF0207-B444-4304-9666-A12A1F324F4F}"/>
              </a:ext>
            </a:extLst>
          </p:cNvPr>
          <p:cNvSpPr txBox="1"/>
          <p:nvPr/>
        </p:nvSpPr>
        <p:spPr>
          <a:xfrm>
            <a:off x="2449524" y="3153068"/>
            <a:ext cx="73164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altLang="zh-TW" sz="4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Technology nodes comparison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9DA638-12BC-4CC2-BD5B-8CEA0D649EE2}"/>
              </a:ext>
            </a:extLst>
          </p:cNvPr>
          <p:cNvCxnSpPr>
            <a:cxnSpLocks/>
          </p:cNvCxnSpPr>
          <p:nvPr/>
        </p:nvCxnSpPr>
        <p:spPr>
          <a:xfrm>
            <a:off x="4876800" y="3860954"/>
            <a:ext cx="4685824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00056B0-C72E-4677-BF63-E807EDACFEB5}"/>
              </a:ext>
            </a:extLst>
          </p:cNvPr>
          <p:cNvCxnSpPr>
            <a:cxnSpLocks/>
          </p:cNvCxnSpPr>
          <p:nvPr/>
        </p:nvCxnSpPr>
        <p:spPr>
          <a:xfrm>
            <a:off x="6467475" y="3994304"/>
            <a:ext cx="3095149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0387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E41492-7B83-433D-BA49-C42A86721A2B}"/>
              </a:ext>
            </a:extLst>
          </p:cNvPr>
          <p:cNvSpPr/>
          <p:nvPr/>
        </p:nvSpPr>
        <p:spPr>
          <a:xfrm>
            <a:off x="4771619" y="2694230"/>
            <a:ext cx="1449594" cy="1361467"/>
          </a:xfrm>
          <a:prstGeom prst="roundRect">
            <a:avLst/>
          </a:prstGeom>
          <a:noFill/>
          <a:ln w="762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b="1" dirty="0">
                <a:gradFill flip="none" rotWithShape="1">
                  <a:gsLst>
                    <a:gs pos="0">
                      <a:schemeClr val="bg2">
                        <a:lumMod val="90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N4</a:t>
            </a:r>
            <a:endParaRPr lang="zh-TW" altLang="en-US" sz="1800" b="1" dirty="0">
              <a:gradFill flip="none" rotWithShape="1"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tx1"/>
                  </a:gs>
                </a:gsLst>
                <a:lin ang="5400000" scaled="1"/>
                <a:tileRect/>
              </a:gra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26C1CB-AD78-4FDC-9F22-11262D216068}"/>
              </a:ext>
            </a:extLst>
          </p:cNvPr>
          <p:cNvSpPr/>
          <p:nvPr/>
        </p:nvSpPr>
        <p:spPr>
          <a:xfrm>
            <a:off x="9305250" y="867562"/>
            <a:ext cx="1449595" cy="1361467"/>
          </a:xfrm>
          <a:prstGeom prst="roundRect">
            <a:avLst/>
          </a:prstGeom>
          <a:noFill/>
          <a:ln w="762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b="1" dirty="0">
                <a:gradFill flip="none" rotWithShape="1">
                  <a:gsLst>
                    <a:gs pos="0">
                      <a:schemeClr val="bg2">
                        <a:lumMod val="90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N4P</a:t>
            </a:r>
            <a:endParaRPr lang="zh-TW" altLang="en-US" sz="3600" b="1" dirty="0">
              <a:gradFill flip="none" rotWithShape="1"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tx1"/>
                  </a:gs>
                </a:gsLst>
                <a:lin ang="5400000" scaled="1"/>
                <a:tileRect/>
              </a:gra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1FA9D5-2238-4DF2-A6CB-3E9FAF48CC11}"/>
              </a:ext>
            </a:extLst>
          </p:cNvPr>
          <p:cNvSpPr/>
          <p:nvPr/>
        </p:nvSpPr>
        <p:spPr>
          <a:xfrm>
            <a:off x="1021017" y="3429000"/>
            <a:ext cx="1449593" cy="1361467"/>
          </a:xfrm>
          <a:prstGeom prst="roundRect">
            <a:avLst/>
          </a:prstGeom>
          <a:noFill/>
          <a:ln w="762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b="1" dirty="0">
                <a:gradFill flip="none" rotWithShape="1">
                  <a:gsLst>
                    <a:gs pos="0">
                      <a:schemeClr val="bg2">
                        <a:lumMod val="90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N5</a:t>
            </a:r>
            <a:endParaRPr lang="zh-TW" altLang="en-US" sz="1800" b="1" dirty="0">
              <a:gradFill flip="none" rotWithShape="1"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tx1"/>
                  </a:gs>
                </a:gsLst>
                <a:lin ang="5400000" scaled="1"/>
                <a:tileRect/>
              </a:gra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639884-E84C-482D-8912-722A85723EA9}"/>
              </a:ext>
            </a:extLst>
          </p:cNvPr>
          <p:cNvSpPr txBox="1"/>
          <p:nvPr/>
        </p:nvSpPr>
        <p:spPr>
          <a:xfrm>
            <a:off x="456982" y="29003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0" i="0" dirty="0">
                <a:solidFill>
                  <a:schemeClr val="bg1"/>
                </a:solidFill>
                <a:effectLst/>
                <a:latin typeface="Open Sans" panose="020B0604020202020204" pitchFamily="34" charset="0"/>
              </a:rPr>
              <a:t>TSMC quotes that N4P further improves N4's performance by around 6%.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A0DC30-48F4-4CA5-9386-0CDB6D72F16B}"/>
              </a:ext>
            </a:extLst>
          </p:cNvPr>
          <p:cNvSpPr txBox="1"/>
          <p:nvPr/>
        </p:nvSpPr>
        <p:spPr>
          <a:xfrm>
            <a:off x="431692" y="130569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N5, N4P will deliver an 11% performance boost, a 22% improvement in power efficiency, and a 6% improvement in transistor density.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7A8C5-C3D6-4E65-B31A-16423022E372}"/>
              </a:ext>
            </a:extLst>
          </p:cNvPr>
          <p:cNvSpPr txBox="1"/>
          <p:nvPr/>
        </p:nvSpPr>
        <p:spPr>
          <a:xfrm>
            <a:off x="0" y="611933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</a:rPr>
              <a:t>https://en.wikichip.org/wiki/5_nm_lithography_process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CD2E47-0D44-4FAE-8D46-13744BB65A8F}"/>
              </a:ext>
            </a:extLst>
          </p:cNvPr>
          <p:cNvSpPr txBox="1"/>
          <p:nvPr/>
        </p:nvSpPr>
        <p:spPr>
          <a:xfrm>
            <a:off x="0" y="6488668"/>
            <a:ext cx="9086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1"/>
                </a:solidFill>
              </a:rPr>
              <a:t>https://www.tomshardware.com/news/tsmc-announces-n4p-process-a-refined-n4-chip-node</a:t>
            </a:r>
          </a:p>
        </p:txBody>
      </p:sp>
    </p:spTree>
    <p:extLst>
      <p:ext uri="{BB962C8B-B14F-4D97-AF65-F5344CB8AC3E}">
        <p14:creationId xmlns:p14="http://schemas.microsoft.com/office/powerpoint/2010/main" val="3477761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AF0207-B444-4304-9666-A12A1F324F4F}"/>
              </a:ext>
            </a:extLst>
          </p:cNvPr>
          <p:cNvSpPr txBox="1"/>
          <p:nvPr/>
        </p:nvSpPr>
        <p:spPr>
          <a:xfrm>
            <a:off x="4498447" y="3075057"/>
            <a:ext cx="31951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altLang="zh-TW" sz="4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About ‘Zen5’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645B254-86F4-4A0F-91D4-1D8AE4F4E5FC}"/>
              </a:ext>
            </a:extLst>
          </p:cNvPr>
          <p:cNvCxnSpPr>
            <a:cxnSpLocks/>
          </p:cNvCxnSpPr>
          <p:nvPr/>
        </p:nvCxnSpPr>
        <p:spPr>
          <a:xfrm>
            <a:off x="5476875" y="3708519"/>
            <a:ext cx="2075974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1C05AFD-7532-403B-B513-88071C2FF763}"/>
              </a:ext>
            </a:extLst>
          </p:cNvPr>
          <p:cNvCxnSpPr>
            <a:cxnSpLocks/>
          </p:cNvCxnSpPr>
          <p:nvPr/>
        </p:nvCxnSpPr>
        <p:spPr>
          <a:xfrm>
            <a:off x="7115175" y="3841869"/>
            <a:ext cx="437674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94639DA-E33A-47C0-888D-C1F3A6308374}"/>
              </a:ext>
            </a:extLst>
          </p:cNvPr>
          <p:cNvSpPr txBox="1"/>
          <p:nvPr/>
        </p:nvSpPr>
        <p:spPr>
          <a:xfrm>
            <a:off x="946015" y="2472491"/>
            <a:ext cx="12192000" cy="538609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400" b="1" dirty="0">
                <a:ln w="3175">
                  <a:solidFill>
                    <a:srgbClr val="4D4D4D"/>
                  </a:solidFill>
                </a:ln>
                <a:noFill/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  <a:endParaRPr lang="en-GB" altLang="zh-TW" sz="34400" b="1" i="0" dirty="0">
              <a:ln w="3175">
                <a:solidFill>
                  <a:srgbClr val="4D4D4D"/>
                </a:solidFill>
              </a:ln>
              <a:noFill/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879004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247AFE-CC9C-4EDA-94FA-49936E4503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33"/>
          <a:stretch/>
        </p:blipFill>
        <p:spPr>
          <a:xfrm>
            <a:off x="0" y="671512"/>
            <a:ext cx="5335491" cy="5381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64F673-60F2-49BB-B600-E5BEE258E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09" t="18433" r="4396" b="7535"/>
          <a:stretch/>
        </p:blipFill>
        <p:spPr>
          <a:xfrm>
            <a:off x="5440266" y="776287"/>
            <a:ext cx="6570759" cy="469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69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395E9-AC0B-4100-BACE-A60A31775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475" y="434975"/>
            <a:ext cx="10687050" cy="598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042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96789F-5EE3-48C2-818F-7BB6A6F602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7328"/>
            <a:ext cx="12192000" cy="632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2916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7D5666-B79C-4330-BDD9-DDA051180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8988"/>
            <a:ext cx="12192000" cy="638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070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4464784" y="3075057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统一内存架构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221B7C-52D1-4BF4-B9D3-9B20CF7272DB}"/>
              </a:ext>
            </a:extLst>
          </p:cNvPr>
          <p:cNvCxnSpPr>
            <a:cxnSpLocks/>
          </p:cNvCxnSpPr>
          <p:nvPr/>
        </p:nvCxnSpPr>
        <p:spPr>
          <a:xfrm>
            <a:off x="6151563" y="3714869"/>
            <a:ext cx="1375886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F7AD19B-109F-402E-9165-4AD461A18B5B}"/>
              </a:ext>
            </a:extLst>
          </p:cNvPr>
          <p:cNvSpPr txBox="1"/>
          <p:nvPr/>
        </p:nvSpPr>
        <p:spPr>
          <a:xfrm>
            <a:off x="0" y="1454150"/>
            <a:ext cx="12192000" cy="36317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500" b="1" dirty="0">
                <a:ln w="3175">
                  <a:solidFill>
                    <a:srgbClr val="4D4D4D"/>
                  </a:solidFill>
                </a:ln>
                <a:noFill/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Unified Memory Architecture</a:t>
            </a:r>
            <a:endParaRPr lang="en-GB" altLang="zh-TW" sz="11500" b="1" i="0" dirty="0">
              <a:ln w="3175">
                <a:solidFill>
                  <a:srgbClr val="4D4D4D"/>
                </a:solidFill>
              </a:ln>
              <a:noFill/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DC9F79-E9EF-4E14-B1ED-31F321059B63}"/>
              </a:ext>
            </a:extLst>
          </p:cNvPr>
          <p:cNvCxnSpPr>
            <a:cxnSpLocks/>
          </p:cNvCxnSpPr>
          <p:nvPr/>
        </p:nvCxnSpPr>
        <p:spPr>
          <a:xfrm>
            <a:off x="7089775" y="3789412"/>
            <a:ext cx="437674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2359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4721264" y="3075057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电子斗蛐蛐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221B7C-52D1-4BF4-B9D3-9B20CF7272DB}"/>
              </a:ext>
            </a:extLst>
          </p:cNvPr>
          <p:cNvCxnSpPr>
            <a:cxnSpLocks/>
          </p:cNvCxnSpPr>
          <p:nvPr/>
        </p:nvCxnSpPr>
        <p:spPr>
          <a:xfrm>
            <a:off x="5948363" y="3708519"/>
            <a:ext cx="1375886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DC9F79-E9EF-4E14-B1ED-31F321059B63}"/>
              </a:ext>
            </a:extLst>
          </p:cNvPr>
          <p:cNvCxnSpPr>
            <a:cxnSpLocks/>
          </p:cNvCxnSpPr>
          <p:nvPr/>
        </p:nvCxnSpPr>
        <p:spPr>
          <a:xfrm>
            <a:off x="6886575" y="3841869"/>
            <a:ext cx="437674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6984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322801" y="258437"/>
            <a:ext cx="4375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4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3D Mark Timespy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851C5D-9E5B-4A89-8877-405FE7F1E5A5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510761" y="966323"/>
            <a:ext cx="1927570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E4674A-02BB-45A5-A9F0-404A4C510D2B}"/>
              </a:ext>
            </a:extLst>
          </p:cNvPr>
          <p:cNvCxnSpPr>
            <a:cxnSpLocks/>
          </p:cNvCxnSpPr>
          <p:nvPr/>
        </p:nvCxnSpPr>
        <p:spPr>
          <a:xfrm>
            <a:off x="3752850" y="1059736"/>
            <a:ext cx="685481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F0DE90-E2E2-417D-95FB-7F5B24BD7277}"/>
              </a:ext>
            </a:extLst>
          </p:cNvPr>
          <p:cNvSpPr/>
          <p:nvPr/>
        </p:nvSpPr>
        <p:spPr>
          <a:xfrm>
            <a:off x="322800" y="1381137"/>
            <a:ext cx="11526299" cy="5218426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166A1-1BD0-4E0B-A8F0-4866AAE91177}"/>
              </a:ext>
            </a:extLst>
          </p:cNvPr>
          <p:cNvSpPr txBox="1"/>
          <p:nvPr/>
        </p:nvSpPr>
        <p:spPr>
          <a:xfrm>
            <a:off x="1056037" y="1959691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Radeon 8060s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9D08DE-A1A7-4B32-9787-20BFF25C3A67}"/>
              </a:ext>
            </a:extLst>
          </p:cNvPr>
          <p:cNvSpPr/>
          <p:nvPr/>
        </p:nvSpPr>
        <p:spPr>
          <a:xfrm>
            <a:off x="2842546" y="1789329"/>
            <a:ext cx="8579834" cy="463778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060DF4-79B0-48CF-A916-FF7BC3DEED04}"/>
              </a:ext>
            </a:extLst>
          </p:cNvPr>
          <p:cNvSpPr txBox="1"/>
          <p:nvPr/>
        </p:nvSpPr>
        <p:spPr>
          <a:xfrm>
            <a:off x="1056037" y="427963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RTX 3060 </a:t>
            </a:r>
            <a:r>
              <a:rPr lang="en-US" altLang="zh-TW" sz="105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Laptop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1BC6F-957D-4A1C-96F0-F3A89643A766}"/>
              </a:ext>
            </a:extLst>
          </p:cNvPr>
          <p:cNvSpPr txBox="1"/>
          <p:nvPr/>
        </p:nvSpPr>
        <p:spPr>
          <a:xfrm>
            <a:off x="2200754" y="436337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115W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F50F0C-FDAD-45EC-B2B1-9F083D823100}"/>
              </a:ext>
            </a:extLst>
          </p:cNvPr>
          <p:cNvSpPr txBox="1"/>
          <p:nvPr/>
        </p:nvSpPr>
        <p:spPr>
          <a:xfrm>
            <a:off x="1052029" y="487426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RTX 4060 </a:t>
            </a:r>
            <a:r>
              <a:rPr lang="en-US" altLang="zh-TW" sz="105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Laptop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477390-0C18-44AA-9A65-2285F182B36E}"/>
              </a:ext>
            </a:extLst>
          </p:cNvPr>
          <p:cNvSpPr txBox="1"/>
          <p:nvPr/>
        </p:nvSpPr>
        <p:spPr>
          <a:xfrm>
            <a:off x="2215720" y="496129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115W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CA938-D194-4CBB-867C-D96DD3CFA8BD}"/>
              </a:ext>
            </a:extLst>
          </p:cNvPr>
          <p:cNvSpPr txBox="1"/>
          <p:nvPr/>
        </p:nvSpPr>
        <p:spPr>
          <a:xfrm>
            <a:off x="1052029" y="546673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RTX 5060 </a:t>
            </a:r>
            <a:r>
              <a:rPr lang="en-US" altLang="zh-TW" sz="105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Laptop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3C7106-F499-41F5-A10B-8A42D8978EE6}"/>
              </a:ext>
            </a:extLst>
          </p:cNvPr>
          <p:cNvSpPr txBox="1"/>
          <p:nvPr/>
        </p:nvSpPr>
        <p:spPr>
          <a:xfrm>
            <a:off x="2220385" y="555163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115W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AF9E96-B9D4-4803-B5F0-CD92EB49B902}"/>
              </a:ext>
            </a:extLst>
          </p:cNvPr>
          <p:cNvSpPr txBox="1"/>
          <p:nvPr/>
        </p:nvSpPr>
        <p:spPr>
          <a:xfrm>
            <a:off x="2186954" y="204131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80W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4174EB1-20B5-4E50-BCBC-5B11F8742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311" y="4326844"/>
            <a:ext cx="392623" cy="2208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E9F0EC2-2328-4E8D-BE35-6166A5D012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553" y="1963229"/>
            <a:ext cx="392623" cy="3314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488BD8D-54FA-4314-8F5E-A275995BC469}"/>
              </a:ext>
            </a:extLst>
          </p:cNvPr>
          <p:cNvSpPr txBox="1"/>
          <p:nvPr/>
        </p:nvSpPr>
        <p:spPr>
          <a:xfrm>
            <a:off x="1063274" y="3092321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Radeon 780M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943E66-356B-4F03-BBAC-99608EC00BD2}"/>
              </a:ext>
            </a:extLst>
          </p:cNvPr>
          <p:cNvSpPr txBox="1"/>
          <p:nvPr/>
        </p:nvSpPr>
        <p:spPr>
          <a:xfrm>
            <a:off x="2194191" y="317394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2C1BFF9-4320-4B78-8A9B-6C2BA7CBD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311" y="3095859"/>
            <a:ext cx="392623" cy="3314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F4E41FA-E469-4DD6-A96D-135ABCD1F9B1}"/>
              </a:ext>
            </a:extLst>
          </p:cNvPr>
          <p:cNvSpPr txBox="1"/>
          <p:nvPr/>
        </p:nvSpPr>
        <p:spPr>
          <a:xfrm>
            <a:off x="1063274" y="3680747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Radeon 890M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476BB-E259-41FA-A251-D85717ADB947}"/>
              </a:ext>
            </a:extLst>
          </p:cNvPr>
          <p:cNvSpPr txBox="1"/>
          <p:nvPr/>
        </p:nvSpPr>
        <p:spPr>
          <a:xfrm>
            <a:off x="2194191" y="3762374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911D15EB-8DD2-447A-9044-787E20F45C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311" y="3684285"/>
            <a:ext cx="392623" cy="3314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BBD889B-7AF6-4BD3-A958-988F737FCE90}"/>
              </a:ext>
            </a:extLst>
          </p:cNvPr>
          <p:cNvSpPr txBox="1"/>
          <p:nvPr/>
        </p:nvSpPr>
        <p:spPr>
          <a:xfrm>
            <a:off x="1056037" y="2505771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Radeon 8060s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23A588-FE7B-4154-AAB5-05FEBE051310}"/>
              </a:ext>
            </a:extLst>
          </p:cNvPr>
          <p:cNvSpPr txBox="1"/>
          <p:nvPr/>
        </p:nvSpPr>
        <p:spPr>
          <a:xfrm>
            <a:off x="2186954" y="258604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3C0300B-2B13-42BB-A662-8513FA5FA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39" y="2515306"/>
            <a:ext cx="392623" cy="3314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EFA66498-A4C5-45BB-9333-B13DE3017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311" y="4927310"/>
            <a:ext cx="392623" cy="2208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55B4587-E27C-4E4A-9050-B245DB6E5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22" y="5525591"/>
            <a:ext cx="392623" cy="2208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85280C5-3946-4371-ABF3-42E1565C577A}"/>
              </a:ext>
            </a:extLst>
          </p:cNvPr>
          <p:cNvSpPr txBox="1"/>
          <p:nvPr/>
        </p:nvSpPr>
        <p:spPr>
          <a:xfrm>
            <a:off x="1076241" y="3312425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RDNA 3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CE2C81-4C92-4519-A995-1E4801DFFB4F}"/>
              </a:ext>
            </a:extLst>
          </p:cNvPr>
          <p:cNvSpPr txBox="1"/>
          <p:nvPr/>
        </p:nvSpPr>
        <p:spPr>
          <a:xfrm>
            <a:off x="1076241" y="3898017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RDNA 3.5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834ABE-DFA5-40BA-97F1-476CCF20B6C2}"/>
              </a:ext>
            </a:extLst>
          </p:cNvPr>
          <p:cNvSpPr txBox="1"/>
          <p:nvPr/>
        </p:nvSpPr>
        <p:spPr>
          <a:xfrm>
            <a:off x="1071676" y="2723494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RDNA 3.5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583CEE-43EF-44E8-B0C5-DEEE0E112460}"/>
              </a:ext>
            </a:extLst>
          </p:cNvPr>
          <p:cNvSpPr txBox="1"/>
          <p:nvPr/>
        </p:nvSpPr>
        <p:spPr>
          <a:xfrm>
            <a:off x="1063274" y="4481751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Ampere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B1BE095-7A92-4EB7-857E-CD8999807108}"/>
              </a:ext>
            </a:extLst>
          </p:cNvPr>
          <p:cNvSpPr txBox="1"/>
          <p:nvPr/>
        </p:nvSpPr>
        <p:spPr>
          <a:xfrm>
            <a:off x="1063274" y="5081231"/>
            <a:ext cx="63688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Ada 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L</a:t>
            </a:r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ovelace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57CB7A-5A18-43D2-B18D-C6087D3C6427}"/>
              </a:ext>
            </a:extLst>
          </p:cNvPr>
          <p:cNvSpPr txBox="1"/>
          <p:nvPr/>
        </p:nvSpPr>
        <p:spPr>
          <a:xfrm>
            <a:off x="1063274" y="5681413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Blackwell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D0ACA4-A7B8-4E2B-AAAE-DD80A02068B6}"/>
              </a:ext>
            </a:extLst>
          </p:cNvPr>
          <p:cNvSpPr txBox="1"/>
          <p:nvPr/>
        </p:nvSpPr>
        <p:spPr>
          <a:xfrm>
            <a:off x="1063274" y="2161700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RDNA 3.5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EDB521-36C5-4580-B88F-78C1596EF66B}"/>
              </a:ext>
            </a:extLst>
          </p:cNvPr>
          <p:cNvSpPr txBox="1"/>
          <p:nvPr/>
        </p:nvSpPr>
        <p:spPr>
          <a:xfrm>
            <a:off x="1052029" y="5948672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Arc 140T  </a:t>
            </a:r>
            <a:r>
              <a:rPr lang="en-US" altLang="zh-TW" sz="105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Mobile</a:t>
            </a:r>
            <a:endParaRPr lang="en-GB" altLang="zh-TW" sz="105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D41526-D023-405C-9776-1424F9056F26}"/>
              </a:ext>
            </a:extLst>
          </p:cNvPr>
          <p:cNvSpPr txBox="1"/>
          <p:nvPr/>
        </p:nvSpPr>
        <p:spPr>
          <a:xfrm>
            <a:off x="2220385" y="603356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35W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122B85-4D3D-435A-B040-CF3DA2B5A7D4}"/>
              </a:ext>
            </a:extLst>
          </p:cNvPr>
          <p:cNvSpPr txBox="1"/>
          <p:nvPr/>
        </p:nvSpPr>
        <p:spPr>
          <a:xfrm>
            <a:off x="1063274" y="6163346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Xe-LPG+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96E2816D-2097-499B-8DA1-4A33CA6874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13" y="6015368"/>
            <a:ext cx="291773" cy="2917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E98C47-BFCB-4FAA-9E82-E864346245B0}"/>
              </a:ext>
            </a:extLst>
          </p:cNvPr>
          <p:cNvSpPr txBox="1"/>
          <p:nvPr/>
        </p:nvSpPr>
        <p:spPr>
          <a:xfrm>
            <a:off x="2842546" y="1551224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zh-CN" altLang="en-US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以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TDP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80W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的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 “Radeon 8060” 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为基准。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92F12C-5C65-4995-823D-FEBC963E93F1}"/>
              </a:ext>
            </a:extLst>
          </p:cNvPr>
          <p:cNvSpPr txBox="1"/>
          <p:nvPr/>
        </p:nvSpPr>
        <p:spPr>
          <a:xfrm>
            <a:off x="10258710" y="1531777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zh-CN" altLang="en-US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分数越高越好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ACBE2A-B87D-40C2-9FC6-3763F4F3A6E3}"/>
              </a:ext>
            </a:extLst>
          </p:cNvPr>
          <p:cNvSpPr txBox="1"/>
          <p:nvPr/>
        </p:nvSpPr>
        <p:spPr>
          <a:xfrm>
            <a:off x="3059116" y="6394066"/>
            <a:ext cx="425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80F7DF-F017-4A4B-AF82-1EF5756E3DD3}"/>
              </a:ext>
            </a:extLst>
          </p:cNvPr>
          <p:cNvSpPr txBox="1"/>
          <p:nvPr/>
        </p:nvSpPr>
        <p:spPr>
          <a:xfrm>
            <a:off x="9449149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21B772-B752-48C0-9F7D-DB04B1A416E7}"/>
              </a:ext>
            </a:extLst>
          </p:cNvPr>
          <p:cNvSpPr txBox="1"/>
          <p:nvPr/>
        </p:nvSpPr>
        <p:spPr>
          <a:xfrm>
            <a:off x="10913437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2026C85-9D4A-4EDF-ADC0-812502B65EC9}"/>
              </a:ext>
            </a:extLst>
          </p:cNvPr>
          <p:cNvSpPr/>
          <p:nvPr/>
        </p:nvSpPr>
        <p:spPr>
          <a:xfrm>
            <a:off x="2852264" y="2042653"/>
            <a:ext cx="684418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5570F7-8758-4C5D-9376-383EA9A301E4}"/>
              </a:ext>
            </a:extLst>
          </p:cNvPr>
          <p:cNvSpPr txBox="1"/>
          <p:nvPr/>
        </p:nvSpPr>
        <p:spPr>
          <a:xfrm>
            <a:off x="9146228" y="1959418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9882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48DE01-B20B-491C-8F44-A8E0C38902E2}"/>
              </a:ext>
            </a:extLst>
          </p:cNvPr>
          <p:cNvSpPr/>
          <p:nvPr/>
        </p:nvSpPr>
        <p:spPr>
          <a:xfrm>
            <a:off x="2851801" y="2597717"/>
            <a:ext cx="2215499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5A70C8-D44F-4F96-B5C1-26536AD36697}"/>
              </a:ext>
            </a:extLst>
          </p:cNvPr>
          <p:cNvSpPr txBox="1"/>
          <p:nvPr/>
        </p:nvSpPr>
        <p:spPr>
          <a:xfrm>
            <a:off x="4514571" y="252029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2526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D878FC2-9AD4-438E-84B6-A8B939E6321A}"/>
              </a:ext>
            </a:extLst>
          </p:cNvPr>
          <p:cNvSpPr/>
          <p:nvPr/>
        </p:nvSpPr>
        <p:spPr>
          <a:xfrm>
            <a:off x="2849783" y="3193781"/>
            <a:ext cx="240166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701637-8657-4770-844A-CCF1BEF14E4F}"/>
              </a:ext>
            </a:extLst>
          </p:cNvPr>
          <p:cNvSpPr txBox="1"/>
          <p:nvPr/>
        </p:nvSpPr>
        <p:spPr>
          <a:xfrm>
            <a:off x="4698721" y="311231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2787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01E6B7D-D63E-4562-B237-C7E575458B7B}"/>
              </a:ext>
            </a:extLst>
          </p:cNvPr>
          <p:cNvSpPr/>
          <p:nvPr/>
        </p:nvSpPr>
        <p:spPr>
          <a:xfrm>
            <a:off x="2849783" y="3763339"/>
            <a:ext cx="272551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B781D4-C59E-4D64-9CFD-ED4FFAAF97FE}"/>
              </a:ext>
            </a:extLst>
          </p:cNvPr>
          <p:cNvSpPr txBox="1"/>
          <p:nvPr/>
        </p:nvSpPr>
        <p:spPr>
          <a:xfrm>
            <a:off x="5022571" y="3677208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3333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E5A7442-E619-4F3B-B8C0-C064B719EC7A}"/>
              </a:ext>
            </a:extLst>
          </p:cNvPr>
          <p:cNvSpPr/>
          <p:nvPr/>
        </p:nvSpPr>
        <p:spPr>
          <a:xfrm>
            <a:off x="2849783" y="4368200"/>
            <a:ext cx="562746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142720-697B-47F2-BB6F-3704FC28F06A}"/>
              </a:ext>
            </a:extLst>
          </p:cNvPr>
          <p:cNvSpPr txBox="1"/>
          <p:nvPr/>
        </p:nvSpPr>
        <p:spPr>
          <a:xfrm>
            <a:off x="7901998" y="427963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8278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EE2C2F3-F202-4DDD-BAC5-06114FD11145}"/>
              </a:ext>
            </a:extLst>
          </p:cNvPr>
          <p:cNvSpPr/>
          <p:nvPr/>
        </p:nvSpPr>
        <p:spPr>
          <a:xfrm>
            <a:off x="2849783" y="4967958"/>
            <a:ext cx="689905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F372F88-0947-4190-8C56-AC0D02ED373B}"/>
              </a:ext>
            </a:extLst>
          </p:cNvPr>
          <p:cNvSpPr/>
          <p:nvPr/>
        </p:nvSpPr>
        <p:spPr>
          <a:xfrm>
            <a:off x="2849783" y="5541414"/>
            <a:ext cx="8313518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29964A-4BA7-4C6D-BD84-8CDA1DDA7EE5}"/>
              </a:ext>
            </a:extLst>
          </p:cNvPr>
          <p:cNvSpPr/>
          <p:nvPr/>
        </p:nvSpPr>
        <p:spPr>
          <a:xfrm>
            <a:off x="2849784" y="6028635"/>
            <a:ext cx="3117630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1A1904-EAD6-496A-83D9-B23AD7B7982F}"/>
              </a:ext>
            </a:extLst>
          </p:cNvPr>
          <p:cNvSpPr txBox="1"/>
          <p:nvPr/>
        </p:nvSpPr>
        <p:spPr>
          <a:xfrm>
            <a:off x="9071866" y="487426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10404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55C0F-1360-4AE8-936E-4EFE0CA403C5}"/>
              </a:ext>
            </a:extLst>
          </p:cNvPr>
          <p:cNvSpPr txBox="1"/>
          <p:nvPr/>
        </p:nvSpPr>
        <p:spPr>
          <a:xfrm>
            <a:off x="10503792" y="5451738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12040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8F4CA-A0CC-486C-8739-346FFE4CFB03}"/>
              </a:ext>
            </a:extLst>
          </p:cNvPr>
          <p:cNvSpPr txBox="1"/>
          <p:nvPr/>
        </p:nvSpPr>
        <p:spPr>
          <a:xfrm>
            <a:off x="5414827" y="5949846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3787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0802F-E691-43A4-AF4B-20EAE5AC89CC}"/>
              </a:ext>
            </a:extLst>
          </p:cNvPr>
          <p:cNvSpPr txBox="1"/>
          <p:nvPr/>
        </p:nvSpPr>
        <p:spPr>
          <a:xfrm>
            <a:off x="5916937" y="60612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38.32%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7B56D8-8050-4F7A-8D44-D1C401FD7F91}"/>
              </a:ext>
            </a:extLst>
          </p:cNvPr>
          <p:cNvSpPr txBox="1"/>
          <p:nvPr/>
        </p:nvSpPr>
        <p:spPr>
          <a:xfrm>
            <a:off x="11101554" y="557231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121.84%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AA4DF8-85D9-46A1-958F-BFCA529722F9}"/>
              </a:ext>
            </a:extLst>
          </p:cNvPr>
          <p:cNvSpPr txBox="1"/>
          <p:nvPr/>
        </p:nvSpPr>
        <p:spPr>
          <a:xfrm>
            <a:off x="9705396" y="499886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105.28%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E16638-AE1C-49EE-87B1-C45AD5E87461}"/>
              </a:ext>
            </a:extLst>
          </p:cNvPr>
          <p:cNvSpPr txBox="1"/>
          <p:nvPr/>
        </p:nvSpPr>
        <p:spPr>
          <a:xfrm>
            <a:off x="8432813" y="439910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83.77%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68576F-E143-46F7-B923-38FC9CFE4B9A}"/>
              </a:ext>
            </a:extLst>
          </p:cNvPr>
          <p:cNvSpPr txBox="1"/>
          <p:nvPr/>
        </p:nvSpPr>
        <p:spPr>
          <a:xfrm>
            <a:off x="5524681" y="379029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33.77%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B89264-48CC-469F-B9E7-EFD3DA2917DD}"/>
              </a:ext>
            </a:extLst>
          </p:cNvPr>
          <p:cNvSpPr txBox="1"/>
          <p:nvPr/>
        </p:nvSpPr>
        <p:spPr>
          <a:xfrm>
            <a:off x="5203522" y="3226411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28.20%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CD4A2C-9C21-4E16-BF04-1028AEE19B79}"/>
              </a:ext>
            </a:extLst>
          </p:cNvPr>
          <p:cNvSpPr txBox="1"/>
          <p:nvPr/>
        </p:nvSpPr>
        <p:spPr>
          <a:xfrm>
            <a:off x="5016681" y="262862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25.56%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21C079-6158-4311-8BC6-0A054071E7B9}"/>
              </a:ext>
            </a:extLst>
          </p:cNvPr>
          <p:cNvSpPr txBox="1"/>
          <p:nvPr/>
        </p:nvSpPr>
        <p:spPr>
          <a:xfrm>
            <a:off x="9648338" y="20786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chemeClr val="bg1">
                    <a:lumMod val="95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100%</a:t>
            </a:r>
            <a:endParaRPr lang="en-GB" altLang="zh-TW" sz="700" b="1" dirty="0">
              <a:solidFill>
                <a:schemeClr val="bg1">
                  <a:lumMod val="95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6B2B0953-1B42-473D-B50A-4A9C1CC1B4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168" y="298164"/>
            <a:ext cx="2868564" cy="7155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67F25305-54F0-4504-8AFD-D0E65ED4EE61}"/>
              </a:ext>
            </a:extLst>
          </p:cNvPr>
          <p:cNvSpPr txBox="1"/>
          <p:nvPr/>
        </p:nvSpPr>
        <p:spPr>
          <a:xfrm>
            <a:off x="4514571" y="633265"/>
            <a:ext cx="4375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GPU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在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DX12 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图形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API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分辨率为</a:t>
            </a:r>
            <a:r>
              <a:rPr lang="en-US" altLang="zh-CN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2K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下的理论跑分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352346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322801" y="258437"/>
            <a:ext cx="4375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4000" b="1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Cinebench</a:t>
            </a:r>
            <a:r>
              <a:rPr lang="en-US" altLang="zh-TW" sz="4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 R23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851C5D-9E5B-4A89-8877-405FE7F1E5A5}"/>
              </a:ext>
            </a:extLst>
          </p:cNvPr>
          <p:cNvCxnSpPr>
            <a:cxnSpLocks/>
          </p:cNvCxnSpPr>
          <p:nvPr/>
        </p:nvCxnSpPr>
        <p:spPr>
          <a:xfrm>
            <a:off x="1903247" y="878217"/>
            <a:ext cx="1927570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E4674A-02BB-45A5-A9F0-404A4C510D2B}"/>
              </a:ext>
            </a:extLst>
          </p:cNvPr>
          <p:cNvCxnSpPr>
            <a:cxnSpLocks/>
          </p:cNvCxnSpPr>
          <p:nvPr/>
        </p:nvCxnSpPr>
        <p:spPr>
          <a:xfrm>
            <a:off x="3145336" y="940673"/>
            <a:ext cx="685481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F0DE90-E2E2-417D-95FB-7F5B24BD7277}"/>
              </a:ext>
            </a:extLst>
          </p:cNvPr>
          <p:cNvSpPr/>
          <p:nvPr/>
        </p:nvSpPr>
        <p:spPr>
          <a:xfrm>
            <a:off x="141595" y="1386161"/>
            <a:ext cx="11719559" cy="5393043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166A1-1BD0-4E0B-A8F0-4866AAE91177}"/>
              </a:ext>
            </a:extLst>
          </p:cNvPr>
          <p:cNvSpPr txBox="1"/>
          <p:nvPr/>
        </p:nvSpPr>
        <p:spPr>
          <a:xfrm>
            <a:off x="673105" y="1959691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9D08DE-A1A7-4B32-9787-20BFF25C3A67}"/>
              </a:ext>
            </a:extLst>
          </p:cNvPr>
          <p:cNvSpPr/>
          <p:nvPr/>
        </p:nvSpPr>
        <p:spPr>
          <a:xfrm>
            <a:off x="2842546" y="1789329"/>
            <a:ext cx="8579834" cy="463778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060DF4-79B0-48CF-A916-FF7BC3DEED04}"/>
              </a:ext>
            </a:extLst>
          </p:cNvPr>
          <p:cNvSpPr txBox="1"/>
          <p:nvPr/>
        </p:nvSpPr>
        <p:spPr>
          <a:xfrm>
            <a:off x="677064" y="4273689"/>
            <a:ext cx="2100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(10-core)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1BC6F-957D-4A1C-96F0-F3A89643A766}"/>
              </a:ext>
            </a:extLst>
          </p:cNvPr>
          <p:cNvSpPr txBox="1"/>
          <p:nvPr/>
        </p:nvSpPr>
        <p:spPr>
          <a:xfrm>
            <a:off x="2200754" y="436337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F50F0C-FDAD-45EC-B2B1-9F083D823100}"/>
              </a:ext>
            </a:extLst>
          </p:cNvPr>
          <p:cNvSpPr txBox="1"/>
          <p:nvPr/>
        </p:nvSpPr>
        <p:spPr>
          <a:xfrm>
            <a:off x="677064" y="4874269"/>
            <a:ext cx="2092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Pro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477390-0C18-44AA-9A65-2285F182B36E}"/>
              </a:ext>
            </a:extLst>
          </p:cNvPr>
          <p:cNvSpPr txBox="1"/>
          <p:nvPr/>
        </p:nvSpPr>
        <p:spPr>
          <a:xfrm>
            <a:off x="2215720" y="496129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CA938-D194-4CBB-867C-D96DD3CFA8BD}"/>
              </a:ext>
            </a:extLst>
          </p:cNvPr>
          <p:cNvSpPr txBox="1"/>
          <p:nvPr/>
        </p:nvSpPr>
        <p:spPr>
          <a:xfrm>
            <a:off x="673105" y="5466739"/>
            <a:ext cx="2096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Max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3C7106-F499-41F5-A10B-8A42D8978EE6}"/>
              </a:ext>
            </a:extLst>
          </p:cNvPr>
          <p:cNvSpPr txBox="1"/>
          <p:nvPr/>
        </p:nvSpPr>
        <p:spPr>
          <a:xfrm>
            <a:off x="2220385" y="555163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70W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AF9E96-B9D4-4803-B5F0-CD92EB49B902}"/>
              </a:ext>
            </a:extLst>
          </p:cNvPr>
          <p:cNvSpPr txBox="1"/>
          <p:nvPr/>
        </p:nvSpPr>
        <p:spPr>
          <a:xfrm>
            <a:off x="2186954" y="204131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88BD8D-54FA-4314-8F5E-A275995BC469}"/>
              </a:ext>
            </a:extLst>
          </p:cNvPr>
          <p:cNvSpPr txBox="1"/>
          <p:nvPr/>
        </p:nvSpPr>
        <p:spPr>
          <a:xfrm>
            <a:off x="673105" y="3092321"/>
            <a:ext cx="2061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Ultra 9 285HX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943E66-356B-4F03-BBAC-99608EC00BD2}"/>
              </a:ext>
            </a:extLst>
          </p:cNvPr>
          <p:cNvSpPr txBox="1"/>
          <p:nvPr/>
        </p:nvSpPr>
        <p:spPr>
          <a:xfrm>
            <a:off x="2194191" y="317394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160W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4E41FA-E469-4DD6-A96D-135ABCD1F9B1}"/>
              </a:ext>
            </a:extLst>
          </p:cNvPr>
          <p:cNvSpPr txBox="1"/>
          <p:nvPr/>
        </p:nvSpPr>
        <p:spPr>
          <a:xfrm>
            <a:off x="679231" y="3666621"/>
            <a:ext cx="2011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I9 14900HX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476BB-E259-41FA-A251-D85717ADB947}"/>
              </a:ext>
            </a:extLst>
          </p:cNvPr>
          <p:cNvSpPr txBox="1"/>
          <p:nvPr/>
        </p:nvSpPr>
        <p:spPr>
          <a:xfrm>
            <a:off x="2194191" y="3762374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157W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BD889B-7AF6-4BD3-A958-988F737FCE90}"/>
              </a:ext>
            </a:extLst>
          </p:cNvPr>
          <p:cNvSpPr txBox="1"/>
          <p:nvPr/>
        </p:nvSpPr>
        <p:spPr>
          <a:xfrm>
            <a:off x="673105" y="2505771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9 9955HX3D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23A588-FE7B-4154-AAB5-05FEBE051310}"/>
              </a:ext>
            </a:extLst>
          </p:cNvPr>
          <p:cNvSpPr txBox="1"/>
          <p:nvPr/>
        </p:nvSpPr>
        <p:spPr>
          <a:xfrm>
            <a:off x="2186954" y="258604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101W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5280C5-3946-4371-ABF3-42E1565C577A}"/>
              </a:ext>
            </a:extLst>
          </p:cNvPr>
          <p:cNvSpPr txBox="1"/>
          <p:nvPr/>
        </p:nvSpPr>
        <p:spPr>
          <a:xfrm>
            <a:off x="696775" y="3299769"/>
            <a:ext cx="139819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Lion Cove(P-cores) Skymont(E-cores)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CE2C81-4C92-4519-A995-1E4801DFFB4F}"/>
              </a:ext>
            </a:extLst>
          </p:cNvPr>
          <p:cNvSpPr txBox="1"/>
          <p:nvPr/>
        </p:nvSpPr>
        <p:spPr>
          <a:xfrm>
            <a:off x="696046" y="3888552"/>
            <a:ext cx="158787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Raptor Cove(P-cores) Gracemont(E-cores)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834ABE-DFA5-40BA-97F1-476CCF20B6C2}"/>
              </a:ext>
            </a:extLst>
          </p:cNvPr>
          <p:cNvSpPr txBox="1"/>
          <p:nvPr/>
        </p:nvSpPr>
        <p:spPr>
          <a:xfrm>
            <a:off x="688332" y="2728598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583CEE-43EF-44E8-B0C5-DEEE0E112460}"/>
              </a:ext>
            </a:extLst>
          </p:cNvPr>
          <p:cNvSpPr txBox="1"/>
          <p:nvPr/>
        </p:nvSpPr>
        <p:spPr>
          <a:xfrm>
            <a:off x="681984" y="4508041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D0ACA4-A7B8-4E2B-AAAE-DD80A02068B6}"/>
              </a:ext>
            </a:extLst>
          </p:cNvPr>
          <p:cNvSpPr txBox="1"/>
          <p:nvPr/>
        </p:nvSpPr>
        <p:spPr>
          <a:xfrm>
            <a:off x="688332" y="2187873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EDB521-36C5-4580-B88F-78C1596EF66B}"/>
              </a:ext>
            </a:extLst>
          </p:cNvPr>
          <p:cNvSpPr txBox="1"/>
          <p:nvPr/>
        </p:nvSpPr>
        <p:spPr>
          <a:xfrm>
            <a:off x="673105" y="5928585"/>
            <a:ext cx="2096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Qualcomm Snapdragon X2 Elite Extreme (X2E-96-100)</a:t>
            </a:r>
            <a:endParaRPr lang="en-GB" altLang="zh-TW" sz="9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D41526-D023-405C-9776-1424F9056F26}"/>
              </a:ext>
            </a:extLst>
          </p:cNvPr>
          <p:cNvSpPr txBox="1"/>
          <p:nvPr/>
        </p:nvSpPr>
        <p:spPr>
          <a:xfrm>
            <a:off x="2220385" y="603356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96W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122B85-4D3D-435A-B040-CF3DA2B5A7D4}"/>
              </a:ext>
            </a:extLst>
          </p:cNvPr>
          <p:cNvSpPr txBox="1"/>
          <p:nvPr/>
        </p:nvSpPr>
        <p:spPr>
          <a:xfrm>
            <a:off x="688947" y="6297917"/>
            <a:ext cx="124495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3</a:t>
            </a:r>
            <a:r>
              <a:rPr lang="en-US" altLang="zh-TW" sz="600" i="0" baseline="300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</a:t>
            </a:r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 Gen QualcommOryon CPU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E98C47-BFCB-4FAA-9E82-E864346245B0}"/>
              </a:ext>
            </a:extLst>
          </p:cNvPr>
          <p:cNvSpPr txBox="1"/>
          <p:nvPr/>
        </p:nvSpPr>
        <p:spPr>
          <a:xfrm>
            <a:off x="2842546" y="1551224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en-US" altLang="zh-CN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为基准。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92F12C-5C65-4995-823D-FEBC963E93F1}"/>
              </a:ext>
            </a:extLst>
          </p:cNvPr>
          <p:cNvSpPr txBox="1"/>
          <p:nvPr/>
        </p:nvSpPr>
        <p:spPr>
          <a:xfrm>
            <a:off x="10258710" y="1531777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zh-CN" altLang="en-US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分数越高越好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ACBE2A-B87D-40C2-9FC6-3763F4F3A6E3}"/>
              </a:ext>
            </a:extLst>
          </p:cNvPr>
          <p:cNvSpPr txBox="1"/>
          <p:nvPr/>
        </p:nvSpPr>
        <p:spPr>
          <a:xfrm>
            <a:off x="3059116" y="6394066"/>
            <a:ext cx="425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80F7DF-F017-4A4B-AF82-1EF5756E3DD3}"/>
              </a:ext>
            </a:extLst>
          </p:cNvPr>
          <p:cNvSpPr txBox="1"/>
          <p:nvPr/>
        </p:nvSpPr>
        <p:spPr>
          <a:xfrm>
            <a:off x="9449149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21B772-B752-48C0-9F7D-DB04B1A416E7}"/>
              </a:ext>
            </a:extLst>
          </p:cNvPr>
          <p:cNvSpPr txBox="1"/>
          <p:nvPr/>
        </p:nvSpPr>
        <p:spPr>
          <a:xfrm>
            <a:off x="10913437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2026C85-9D4A-4EDF-ADC0-812502B65EC9}"/>
              </a:ext>
            </a:extLst>
          </p:cNvPr>
          <p:cNvSpPr/>
          <p:nvPr/>
        </p:nvSpPr>
        <p:spPr>
          <a:xfrm>
            <a:off x="2852264" y="2042653"/>
            <a:ext cx="684418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5570F7-8758-4C5D-9376-383EA9A301E4}"/>
              </a:ext>
            </a:extLst>
          </p:cNvPr>
          <p:cNvSpPr txBox="1"/>
          <p:nvPr/>
        </p:nvSpPr>
        <p:spPr>
          <a:xfrm>
            <a:off x="9038902" y="1968090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33960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48DE01-B20B-491C-8F44-A8E0C38902E2}"/>
              </a:ext>
            </a:extLst>
          </p:cNvPr>
          <p:cNvSpPr/>
          <p:nvPr/>
        </p:nvSpPr>
        <p:spPr>
          <a:xfrm>
            <a:off x="2851801" y="2597717"/>
            <a:ext cx="693857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5A70C8-D44F-4F96-B5C1-26536AD36697}"/>
              </a:ext>
            </a:extLst>
          </p:cNvPr>
          <p:cNvSpPr txBox="1"/>
          <p:nvPr/>
        </p:nvSpPr>
        <p:spPr>
          <a:xfrm>
            <a:off x="9131558" y="252165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38400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D878FC2-9AD4-438E-84B6-A8B939E6321A}"/>
              </a:ext>
            </a:extLst>
          </p:cNvPr>
          <p:cNvSpPr/>
          <p:nvPr/>
        </p:nvSpPr>
        <p:spPr>
          <a:xfrm>
            <a:off x="2849783" y="3193781"/>
            <a:ext cx="6944298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701637-8657-4770-844A-CCF1BEF14E4F}"/>
              </a:ext>
            </a:extLst>
          </p:cNvPr>
          <p:cNvSpPr txBox="1"/>
          <p:nvPr/>
        </p:nvSpPr>
        <p:spPr>
          <a:xfrm>
            <a:off x="9131558" y="3111881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38963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01E6B7D-D63E-4562-B237-C7E575458B7B}"/>
              </a:ext>
            </a:extLst>
          </p:cNvPr>
          <p:cNvSpPr/>
          <p:nvPr/>
        </p:nvSpPr>
        <p:spPr>
          <a:xfrm>
            <a:off x="2849783" y="3763339"/>
            <a:ext cx="682047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B781D4-C59E-4D64-9CFD-ED4FFAAF97FE}"/>
              </a:ext>
            </a:extLst>
          </p:cNvPr>
          <p:cNvSpPr txBox="1"/>
          <p:nvPr/>
        </p:nvSpPr>
        <p:spPr>
          <a:xfrm>
            <a:off x="8989215" y="367678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33619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E5A7442-E619-4F3B-B8C0-C064B719EC7A}"/>
              </a:ext>
            </a:extLst>
          </p:cNvPr>
          <p:cNvSpPr/>
          <p:nvPr/>
        </p:nvSpPr>
        <p:spPr>
          <a:xfrm>
            <a:off x="2849783" y="4368200"/>
            <a:ext cx="250326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142720-697B-47F2-BB6F-3704FC28F06A}"/>
              </a:ext>
            </a:extLst>
          </p:cNvPr>
          <p:cNvSpPr txBox="1"/>
          <p:nvPr/>
        </p:nvSpPr>
        <p:spPr>
          <a:xfrm>
            <a:off x="4690527" y="4286300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13471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EE2C2F3-F202-4DDD-BAC5-06114FD11145}"/>
              </a:ext>
            </a:extLst>
          </p:cNvPr>
          <p:cNvSpPr/>
          <p:nvPr/>
        </p:nvSpPr>
        <p:spPr>
          <a:xfrm>
            <a:off x="2849783" y="4967958"/>
            <a:ext cx="453785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F372F88-0947-4190-8C56-AC0D02ED373B}"/>
              </a:ext>
            </a:extLst>
          </p:cNvPr>
          <p:cNvSpPr/>
          <p:nvPr/>
        </p:nvSpPr>
        <p:spPr>
          <a:xfrm>
            <a:off x="2849783" y="5541414"/>
            <a:ext cx="5427442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29964A-4BA7-4C6D-BD84-8CDA1DDA7EE5}"/>
              </a:ext>
            </a:extLst>
          </p:cNvPr>
          <p:cNvSpPr/>
          <p:nvPr/>
        </p:nvSpPr>
        <p:spPr>
          <a:xfrm>
            <a:off x="2849783" y="6028635"/>
            <a:ext cx="4703541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1A1904-EAD6-496A-83D9-B23AD7B7982F}"/>
              </a:ext>
            </a:extLst>
          </p:cNvPr>
          <p:cNvSpPr txBox="1"/>
          <p:nvPr/>
        </p:nvSpPr>
        <p:spPr>
          <a:xfrm>
            <a:off x="6720699" y="488860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23105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55C0F-1360-4AE8-936E-4EFE0CA403C5}"/>
              </a:ext>
            </a:extLst>
          </p:cNvPr>
          <p:cNvSpPr txBox="1"/>
          <p:nvPr/>
        </p:nvSpPr>
        <p:spPr>
          <a:xfrm>
            <a:off x="7591570" y="545651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27399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8F4CA-A0CC-486C-8739-346FFE4CFB03}"/>
              </a:ext>
            </a:extLst>
          </p:cNvPr>
          <p:cNvSpPr txBox="1"/>
          <p:nvPr/>
        </p:nvSpPr>
        <p:spPr>
          <a:xfrm>
            <a:off x="6870825" y="594181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24082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0802F-E691-43A4-AF4B-20EAE5AC89CC}"/>
              </a:ext>
            </a:extLst>
          </p:cNvPr>
          <p:cNvSpPr txBox="1"/>
          <p:nvPr/>
        </p:nvSpPr>
        <p:spPr>
          <a:xfrm>
            <a:off x="7579517" y="605938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70.91%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7B56D8-8050-4F7A-8D44-D1C401FD7F91}"/>
              </a:ext>
            </a:extLst>
          </p:cNvPr>
          <p:cNvSpPr txBox="1"/>
          <p:nvPr/>
        </p:nvSpPr>
        <p:spPr>
          <a:xfrm>
            <a:off x="8236891" y="555885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80.68%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AA4DF8-85D9-46A1-958F-BFCA529722F9}"/>
              </a:ext>
            </a:extLst>
          </p:cNvPr>
          <p:cNvSpPr txBox="1"/>
          <p:nvPr/>
        </p:nvSpPr>
        <p:spPr>
          <a:xfrm>
            <a:off x="7333969" y="49962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68.04%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E16638-AE1C-49EE-87B1-C45AD5E87461}"/>
              </a:ext>
            </a:extLst>
          </p:cNvPr>
          <p:cNvSpPr txBox="1"/>
          <p:nvPr/>
        </p:nvSpPr>
        <p:spPr>
          <a:xfrm>
            <a:off x="5309480" y="439910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39.67%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68576F-E143-46F7-B923-38FC9CFE4B9A}"/>
              </a:ext>
            </a:extLst>
          </p:cNvPr>
          <p:cNvSpPr txBox="1"/>
          <p:nvPr/>
        </p:nvSpPr>
        <p:spPr>
          <a:xfrm>
            <a:off x="9613426" y="375165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98.99%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B89264-48CC-469F-B9E7-EFD3DA2917DD}"/>
              </a:ext>
            </a:extLst>
          </p:cNvPr>
          <p:cNvSpPr txBox="1"/>
          <p:nvPr/>
        </p:nvSpPr>
        <p:spPr>
          <a:xfrm>
            <a:off x="9752708" y="322894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114.73%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CD4A2C-9C21-4E16-BF04-1028AEE19B79}"/>
              </a:ext>
            </a:extLst>
          </p:cNvPr>
          <p:cNvSpPr txBox="1"/>
          <p:nvPr/>
        </p:nvSpPr>
        <p:spPr>
          <a:xfrm>
            <a:off x="9749005" y="262015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113.07%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21C079-6158-4311-8BC6-0A054071E7B9}"/>
              </a:ext>
            </a:extLst>
          </p:cNvPr>
          <p:cNvSpPr txBox="1"/>
          <p:nvPr/>
        </p:nvSpPr>
        <p:spPr>
          <a:xfrm>
            <a:off x="9648338" y="20786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chemeClr val="bg1">
                    <a:lumMod val="95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100%</a:t>
            </a:r>
            <a:endParaRPr lang="en-GB" altLang="zh-TW" sz="700" b="1" dirty="0">
              <a:solidFill>
                <a:schemeClr val="bg1">
                  <a:lumMod val="95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E590FB-C486-4ADE-9CAA-27F4CB326D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851" y="224427"/>
            <a:ext cx="1553803" cy="8720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6D4ABF7-256C-4F43-AC93-3AFA346A78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89" y="2493001"/>
            <a:ext cx="537594" cy="3583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4D0E8B-B53D-4CAB-B2AD-76AFCAD732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26" y="6041433"/>
            <a:ext cx="246967" cy="24696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C9EE4C5-2522-47DB-AB7A-E317BA0B54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50" y="3119839"/>
            <a:ext cx="287546" cy="2882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8DD1872-F410-4B16-978E-60A60E8893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24" y="1977524"/>
            <a:ext cx="537594" cy="35839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D79D677-2FA0-4C51-A112-33F7B5790F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139" y="3689075"/>
            <a:ext cx="277777" cy="2777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363736-46FF-4E14-9656-506CD4E044E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0" t="25177" r="66591" b="23957"/>
          <a:stretch/>
        </p:blipFill>
        <p:spPr>
          <a:xfrm>
            <a:off x="389122" y="4354192"/>
            <a:ext cx="277777" cy="27777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853B379-290C-4F0E-95AC-6EAA577EFFB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35" t="25345" r="35716" b="24390"/>
          <a:stretch/>
        </p:blipFill>
        <p:spPr>
          <a:xfrm>
            <a:off x="395436" y="4924128"/>
            <a:ext cx="271463" cy="274496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A50ADE91-BEB6-4938-B6E4-CD9182BC881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83" t="25964" r="5645" b="24180"/>
          <a:stretch/>
        </p:blipFill>
        <p:spPr>
          <a:xfrm>
            <a:off x="401037" y="5486646"/>
            <a:ext cx="265862" cy="27226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DE4E0C35-292F-4657-A73E-3F5D958F8926}"/>
              </a:ext>
            </a:extLst>
          </p:cNvPr>
          <p:cNvSpPr txBox="1"/>
          <p:nvPr/>
        </p:nvSpPr>
        <p:spPr>
          <a:xfrm>
            <a:off x="681984" y="5112545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D0D0020-3394-44D8-B389-2F3E9EAC5508}"/>
              </a:ext>
            </a:extLst>
          </p:cNvPr>
          <p:cNvSpPr txBox="1"/>
          <p:nvPr/>
        </p:nvSpPr>
        <p:spPr>
          <a:xfrm>
            <a:off x="681984" y="5697959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A96238C-DB21-4B55-A228-97324D3A2300}"/>
              </a:ext>
            </a:extLst>
          </p:cNvPr>
          <p:cNvSpPr txBox="1"/>
          <p:nvPr/>
        </p:nvSpPr>
        <p:spPr>
          <a:xfrm>
            <a:off x="4212541" y="576622"/>
            <a:ext cx="4375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Multi Core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多核分数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89033CE-DB8D-48B1-807D-10730AAB800B}"/>
              </a:ext>
            </a:extLst>
          </p:cNvPr>
          <p:cNvSpPr txBox="1"/>
          <p:nvPr/>
        </p:nvSpPr>
        <p:spPr>
          <a:xfrm>
            <a:off x="2164692" y="2188582"/>
            <a:ext cx="7429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65A16AE-77DD-4FCB-A5B0-EBADE000B297}"/>
              </a:ext>
            </a:extLst>
          </p:cNvPr>
          <p:cNvSpPr txBox="1"/>
          <p:nvPr/>
        </p:nvSpPr>
        <p:spPr>
          <a:xfrm>
            <a:off x="2170993" y="2720437"/>
            <a:ext cx="75981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AFC1D-DCF6-4EA6-A30E-072FB21AEDB7}"/>
              </a:ext>
            </a:extLst>
          </p:cNvPr>
          <p:cNvSpPr txBox="1"/>
          <p:nvPr/>
        </p:nvSpPr>
        <p:spPr>
          <a:xfrm>
            <a:off x="2167847" y="3333202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N3B(3nm)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26E4554-98D4-464F-88C5-56D57C7F06CD}"/>
              </a:ext>
            </a:extLst>
          </p:cNvPr>
          <p:cNvSpPr txBox="1"/>
          <p:nvPr/>
        </p:nvSpPr>
        <p:spPr>
          <a:xfrm>
            <a:off x="2295348" y="3910831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Intel7(10nm)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EE5DA3A-38E2-4056-A691-0359AE81B6C7}"/>
              </a:ext>
            </a:extLst>
          </p:cNvPr>
          <p:cNvSpPr txBox="1"/>
          <p:nvPr/>
        </p:nvSpPr>
        <p:spPr>
          <a:xfrm>
            <a:off x="2170993" y="4494462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21AC43-A7AC-4B3E-B2CD-F1697033229E}"/>
              </a:ext>
            </a:extLst>
          </p:cNvPr>
          <p:cNvSpPr txBox="1"/>
          <p:nvPr/>
        </p:nvSpPr>
        <p:spPr>
          <a:xfrm>
            <a:off x="2180662" y="5056404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D91951-225A-4626-BBD6-E050E6967F8B}"/>
              </a:ext>
            </a:extLst>
          </p:cNvPr>
          <p:cNvSpPr txBox="1"/>
          <p:nvPr/>
        </p:nvSpPr>
        <p:spPr>
          <a:xfrm>
            <a:off x="2177494" y="5659806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4F9A9A2-955C-4DF4-A9EE-EDF2784F715D}"/>
              </a:ext>
            </a:extLst>
          </p:cNvPr>
          <p:cNvSpPr txBox="1"/>
          <p:nvPr/>
        </p:nvSpPr>
        <p:spPr>
          <a:xfrm>
            <a:off x="2171548" y="6307484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N3P(3nm)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6849DD-1324-4A05-80D2-D4AA2865D5A0}"/>
              </a:ext>
            </a:extLst>
          </p:cNvPr>
          <p:cNvSpPr txBox="1"/>
          <p:nvPr/>
        </p:nvSpPr>
        <p:spPr>
          <a:xfrm>
            <a:off x="2842546" y="1390747"/>
            <a:ext cx="7654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*N3B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第一代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N3E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第二代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N3P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第三代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技术节点。</a:t>
            </a:r>
            <a:endParaRPr lang="en-GB" altLang="zh-TW" sz="12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65978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322801" y="258437"/>
            <a:ext cx="4375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4000" b="1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Cinebench</a:t>
            </a:r>
            <a:r>
              <a:rPr lang="en-US" altLang="zh-TW" sz="4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 R23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851C5D-9E5B-4A89-8877-405FE7F1E5A5}"/>
              </a:ext>
            </a:extLst>
          </p:cNvPr>
          <p:cNvCxnSpPr>
            <a:cxnSpLocks/>
          </p:cNvCxnSpPr>
          <p:nvPr/>
        </p:nvCxnSpPr>
        <p:spPr>
          <a:xfrm>
            <a:off x="1903247" y="878217"/>
            <a:ext cx="1927570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E4674A-02BB-45A5-A9F0-404A4C510D2B}"/>
              </a:ext>
            </a:extLst>
          </p:cNvPr>
          <p:cNvCxnSpPr>
            <a:cxnSpLocks/>
          </p:cNvCxnSpPr>
          <p:nvPr/>
        </p:nvCxnSpPr>
        <p:spPr>
          <a:xfrm>
            <a:off x="3145336" y="940673"/>
            <a:ext cx="685481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F0DE90-E2E2-417D-95FB-7F5B24BD7277}"/>
              </a:ext>
            </a:extLst>
          </p:cNvPr>
          <p:cNvSpPr/>
          <p:nvPr/>
        </p:nvSpPr>
        <p:spPr>
          <a:xfrm>
            <a:off x="141595" y="1386161"/>
            <a:ext cx="11719559" cy="5393043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166A1-1BD0-4E0B-A8F0-4866AAE91177}"/>
              </a:ext>
            </a:extLst>
          </p:cNvPr>
          <p:cNvSpPr txBox="1"/>
          <p:nvPr/>
        </p:nvSpPr>
        <p:spPr>
          <a:xfrm>
            <a:off x="673105" y="1959691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9D08DE-A1A7-4B32-9787-20BFF25C3A67}"/>
              </a:ext>
            </a:extLst>
          </p:cNvPr>
          <p:cNvSpPr/>
          <p:nvPr/>
        </p:nvSpPr>
        <p:spPr>
          <a:xfrm>
            <a:off x="2842546" y="1789329"/>
            <a:ext cx="8579834" cy="463778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060DF4-79B0-48CF-A916-FF7BC3DEED04}"/>
              </a:ext>
            </a:extLst>
          </p:cNvPr>
          <p:cNvSpPr txBox="1"/>
          <p:nvPr/>
        </p:nvSpPr>
        <p:spPr>
          <a:xfrm>
            <a:off x="677064" y="4273689"/>
            <a:ext cx="2100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(10-core)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1BC6F-957D-4A1C-96F0-F3A89643A766}"/>
              </a:ext>
            </a:extLst>
          </p:cNvPr>
          <p:cNvSpPr txBox="1"/>
          <p:nvPr/>
        </p:nvSpPr>
        <p:spPr>
          <a:xfrm>
            <a:off x="2200754" y="436337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F50F0C-FDAD-45EC-B2B1-9F083D823100}"/>
              </a:ext>
            </a:extLst>
          </p:cNvPr>
          <p:cNvSpPr txBox="1"/>
          <p:nvPr/>
        </p:nvSpPr>
        <p:spPr>
          <a:xfrm>
            <a:off x="677064" y="4874269"/>
            <a:ext cx="2092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Pro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477390-0C18-44AA-9A65-2285F182B36E}"/>
              </a:ext>
            </a:extLst>
          </p:cNvPr>
          <p:cNvSpPr txBox="1"/>
          <p:nvPr/>
        </p:nvSpPr>
        <p:spPr>
          <a:xfrm>
            <a:off x="2215720" y="496129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CA938-D194-4CBB-867C-D96DD3CFA8BD}"/>
              </a:ext>
            </a:extLst>
          </p:cNvPr>
          <p:cNvSpPr txBox="1"/>
          <p:nvPr/>
        </p:nvSpPr>
        <p:spPr>
          <a:xfrm>
            <a:off x="673105" y="5466739"/>
            <a:ext cx="2096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Max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3C7106-F499-41F5-A10B-8A42D8978EE6}"/>
              </a:ext>
            </a:extLst>
          </p:cNvPr>
          <p:cNvSpPr txBox="1"/>
          <p:nvPr/>
        </p:nvSpPr>
        <p:spPr>
          <a:xfrm>
            <a:off x="2220385" y="555163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70W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AF9E96-B9D4-4803-B5F0-CD92EB49B902}"/>
              </a:ext>
            </a:extLst>
          </p:cNvPr>
          <p:cNvSpPr txBox="1"/>
          <p:nvPr/>
        </p:nvSpPr>
        <p:spPr>
          <a:xfrm>
            <a:off x="2186954" y="204131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88BD8D-54FA-4314-8F5E-A275995BC469}"/>
              </a:ext>
            </a:extLst>
          </p:cNvPr>
          <p:cNvSpPr txBox="1"/>
          <p:nvPr/>
        </p:nvSpPr>
        <p:spPr>
          <a:xfrm>
            <a:off x="673105" y="3092321"/>
            <a:ext cx="2061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Ultra 9 285HX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943E66-356B-4F03-BBAC-99608EC00BD2}"/>
              </a:ext>
            </a:extLst>
          </p:cNvPr>
          <p:cNvSpPr txBox="1"/>
          <p:nvPr/>
        </p:nvSpPr>
        <p:spPr>
          <a:xfrm>
            <a:off x="2194191" y="317394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160W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4E41FA-E469-4DD6-A96D-135ABCD1F9B1}"/>
              </a:ext>
            </a:extLst>
          </p:cNvPr>
          <p:cNvSpPr txBox="1"/>
          <p:nvPr/>
        </p:nvSpPr>
        <p:spPr>
          <a:xfrm>
            <a:off x="679231" y="3666621"/>
            <a:ext cx="2011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I9 14900HX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476BB-E259-41FA-A251-D85717ADB947}"/>
              </a:ext>
            </a:extLst>
          </p:cNvPr>
          <p:cNvSpPr txBox="1"/>
          <p:nvPr/>
        </p:nvSpPr>
        <p:spPr>
          <a:xfrm>
            <a:off x="2194191" y="3762374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157W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BD889B-7AF6-4BD3-A958-988F737FCE90}"/>
              </a:ext>
            </a:extLst>
          </p:cNvPr>
          <p:cNvSpPr txBox="1"/>
          <p:nvPr/>
        </p:nvSpPr>
        <p:spPr>
          <a:xfrm>
            <a:off x="673105" y="2505771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9 9955HX3D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23A588-FE7B-4154-AAB5-05FEBE051310}"/>
              </a:ext>
            </a:extLst>
          </p:cNvPr>
          <p:cNvSpPr txBox="1"/>
          <p:nvPr/>
        </p:nvSpPr>
        <p:spPr>
          <a:xfrm>
            <a:off x="2186954" y="258604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101W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5280C5-3946-4371-ABF3-42E1565C577A}"/>
              </a:ext>
            </a:extLst>
          </p:cNvPr>
          <p:cNvSpPr txBox="1"/>
          <p:nvPr/>
        </p:nvSpPr>
        <p:spPr>
          <a:xfrm>
            <a:off x="696775" y="3299769"/>
            <a:ext cx="139819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Lion Cove(P-cores) Skymont(E-cores)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CE2C81-4C92-4519-A995-1E4801DFFB4F}"/>
              </a:ext>
            </a:extLst>
          </p:cNvPr>
          <p:cNvSpPr txBox="1"/>
          <p:nvPr/>
        </p:nvSpPr>
        <p:spPr>
          <a:xfrm>
            <a:off x="696046" y="3888552"/>
            <a:ext cx="158787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Raptor Cove(P-cores) Gracemont(E-cores)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834ABE-DFA5-40BA-97F1-476CCF20B6C2}"/>
              </a:ext>
            </a:extLst>
          </p:cNvPr>
          <p:cNvSpPr txBox="1"/>
          <p:nvPr/>
        </p:nvSpPr>
        <p:spPr>
          <a:xfrm>
            <a:off x="688332" y="2728598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583CEE-43EF-44E8-B0C5-DEEE0E112460}"/>
              </a:ext>
            </a:extLst>
          </p:cNvPr>
          <p:cNvSpPr txBox="1"/>
          <p:nvPr/>
        </p:nvSpPr>
        <p:spPr>
          <a:xfrm>
            <a:off x="681984" y="4508041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D0ACA4-A7B8-4E2B-AAAE-DD80A02068B6}"/>
              </a:ext>
            </a:extLst>
          </p:cNvPr>
          <p:cNvSpPr txBox="1"/>
          <p:nvPr/>
        </p:nvSpPr>
        <p:spPr>
          <a:xfrm>
            <a:off x="688332" y="2187873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EDB521-36C5-4580-B88F-78C1596EF66B}"/>
              </a:ext>
            </a:extLst>
          </p:cNvPr>
          <p:cNvSpPr txBox="1"/>
          <p:nvPr/>
        </p:nvSpPr>
        <p:spPr>
          <a:xfrm>
            <a:off x="673105" y="5928585"/>
            <a:ext cx="2096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Qualcomm Snapdragon X2 Elite Extreme (X2E-96-100)</a:t>
            </a:r>
            <a:endParaRPr lang="en-GB" altLang="zh-TW" sz="9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D41526-D023-405C-9776-1424F9056F26}"/>
              </a:ext>
            </a:extLst>
          </p:cNvPr>
          <p:cNvSpPr txBox="1"/>
          <p:nvPr/>
        </p:nvSpPr>
        <p:spPr>
          <a:xfrm>
            <a:off x="2220385" y="603356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96W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122B85-4D3D-435A-B040-CF3DA2B5A7D4}"/>
              </a:ext>
            </a:extLst>
          </p:cNvPr>
          <p:cNvSpPr txBox="1"/>
          <p:nvPr/>
        </p:nvSpPr>
        <p:spPr>
          <a:xfrm>
            <a:off x="688947" y="6297917"/>
            <a:ext cx="124495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3</a:t>
            </a:r>
            <a:r>
              <a:rPr lang="en-US" altLang="zh-TW" sz="600" i="0" baseline="300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</a:t>
            </a:r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 Gen QualcommOryon CPU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E98C47-BFCB-4FAA-9E82-E864346245B0}"/>
              </a:ext>
            </a:extLst>
          </p:cNvPr>
          <p:cNvSpPr txBox="1"/>
          <p:nvPr/>
        </p:nvSpPr>
        <p:spPr>
          <a:xfrm>
            <a:off x="2842546" y="1551224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en-US" altLang="zh-CN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为基准。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92F12C-5C65-4995-823D-FEBC963E93F1}"/>
              </a:ext>
            </a:extLst>
          </p:cNvPr>
          <p:cNvSpPr txBox="1"/>
          <p:nvPr/>
        </p:nvSpPr>
        <p:spPr>
          <a:xfrm>
            <a:off x="10258710" y="1531777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zh-CN" altLang="en-US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分数越高越好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ACBE2A-B87D-40C2-9FC6-3763F4F3A6E3}"/>
              </a:ext>
            </a:extLst>
          </p:cNvPr>
          <p:cNvSpPr txBox="1"/>
          <p:nvPr/>
        </p:nvSpPr>
        <p:spPr>
          <a:xfrm>
            <a:off x="3059116" y="6394066"/>
            <a:ext cx="425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80F7DF-F017-4A4B-AF82-1EF5756E3DD3}"/>
              </a:ext>
            </a:extLst>
          </p:cNvPr>
          <p:cNvSpPr txBox="1"/>
          <p:nvPr/>
        </p:nvSpPr>
        <p:spPr>
          <a:xfrm>
            <a:off x="9449149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21B772-B752-48C0-9F7D-DB04B1A416E7}"/>
              </a:ext>
            </a:extLst>
          </p:cNvPr>
          <p:cNvSpPr txBox="1"/>
          <p:nvPr/>
        </p:nvSpPr>
        <p:spPr>
          <a:xfrm>
            <a:off x="10913437" y="6373704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2026C85-9D4A-4EDF-ADC0-812502B65EC9}"/>
              </a:ext>
            </a:extLst>
          </p:cNvPr>
          <p:cNvSpPr/>
          <p:nvPr/>
        </p:nvSpPr>
        <p:spPr>
          <a:xfrm>
            <a:off x="2852264" y="2042653"/>
            <a:ext cx="684418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5570F7-8758-4C5D-9376-383EA9A301E4}"/>
              </a:ext>
            </a:extLst>
          </p:cNvPr>
          <p:cNvSpPr txBox="1"/>
          <p:nvPr/>
        </p:nvSpPr>
        <p:spPr>
          <a:xfrm>
            <a:off x="9131558" y="1958204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2034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48DE01-B20B-491C-8F44-A8E0C38902E2}"/>
              </a:ext>
            </a:extLst>
          </p:cNvPr>
          <p:cNvSpPr/>
          <p:nvPr/>
        </p:nvSpPr>
        <p:spPr>
          <a:xfrm>
            <a:off x="2851801" y="2597717"/>
            <a:ext cx="693857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5A70C8-D44F-4F96-B5C1-26536AD36697}"/>
              </a:ext>
            </a:extLst>
          </p:cNvPr>
          <p:cNvSpPr txBox="1"/>
          <p:nvPr/>
        </p:nvSpPr>
        <p:spPr>
          <a:xfrm>
            <a:off x="9131558" y="252165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2166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D878FC2-9AD4-438E-84B6-A8B939E6321A}"/>
              </a:ext>
            </a:extLst>
          </p:cNvPr>
          <p:cNvSpPr/>
          <p:nvPr/>
        </p:nvSpPr>
        <p:spPr>
          <a:xfrm>
            <a:off x="2849783" y="3193781"/>
            <a:ext cx="6944298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701637-8657-4770-844A-CCF1BEF14E4F}"/>
              </a:ext>
            </a:extLst>
          </p:cNvPr>
          <p:cNvSpPr txBox="1"/>
          <p:nvPr/>
        </p:nvSpPr>
        <p:spPr>
          <a:xfrm>
            <a:off x="9131558" y="3111881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2244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01E6B7D-D63E-4562-B237-C7E575458B7B}"/>
              </a:ext>
            </a:extLst>
          </p:cNvPr>
          <p:cNvSpPr/>
          <p:nvPr/>
        </p:nvSpPr>
        <p:spPr>
          <a:xfrm>
            <a:off x="2849783" y="3763339"/>
            <a:ext cx="682047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B781D4-C59E-4D64-9CFD-ED4FFAAF97FE}"/>
              </a:ext>
            </a:extLst>
          </p:cNvPr>
          <p:cNvSpPr txBox="1"/>
          <p:nvPr/>
        </p:nvSpPr>
        <p:spPr>
          <a:xfrm>
            <a:off x="8989215" y="3676785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2183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E5A7442-E619-4F3B-B8C0-C064B719EC7A}"/>
              </a:ext>
            </a:extLst>
          </p:cNvPr>
          <p:cNvSpPr/>
          <p:nvPr/>
        </p:nvSpPr>
        <p:spPr>
          <a:xfrm>
            <a:off x="2849783" y="4368200"/>
            <a:ext cx="250326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142720-697B-47F2-BB6F-3704FC28F06A}"/>
              </a:ext>
            </a:extLst>
          </p:cNvPr>
          <p:cNvSpPr txBox="1"/>
          <p:nvPr/>
        </p:nvSpPr>
        <p:spPr>
          <a:xfrm>
            <a:off x="4690527" y="4286300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2159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EE2C2F3-F202-4DDD-BAC5-06114FD11145}"/>
              </a:ext>
            </a:extLst>
          </p:cNvPr>
          <p:cNvSpPr/>
          <p:nvPr/>
        </p:nvSpPr>
        <p:spPr>
          <a:xfrm>
            <a:off x="2849783" y="4967958"/>
            <a:ext cx="453785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F372F88-0947-4190-8C56-AC0D02ED373B}"/>
              </a:ext>
            </a:extLst>
          </p:cNvPr>
          <p:cNvSpPr/>
          <p:nvPr/>
        </p:nvSpPr>
        <p:spPr>
          <a:xfrm>
            <a:off x="2849783" y="5541414"/>
            <a:ext cx="5427442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29964A-4BA7-4C6D-BD84-8CDA1DDA7EE5}"/>
              </a:ext>
            </a:extLst>
          </p:cNvPr>
          <p:cNvSpPr/>
          <p:nvPr/>
        </p:nvSpPr>
        <p:spPr>
          <a:xfrm>
            <a:off x="2849783" y="6028635"/>
            <a:ext cx="4703541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1A1904-EAD6-496A-83D9-B23AD7B7982F}"/>
              </a:ext>
            </a:extLst>
          </p:cNvPr>
          <p:cNvSpPr txBox="1"/>
          <p:nvPr/>
        </p:nvSpPr>
        <p:spPr>
          <a:xfrm>
            <a:off x="6720699" y="488860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2276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55C0F-1360-4AE8-936E-4EFE0CA403C5}"/>
              </a:ext>
            </a:extLst>
          </p:cNvPr>
          <p:cNvSpPr txBox="1"/>
          <p:nvPr/>
        </p:nvSpPr>
        <p:spPr>
          <a:xfrm>
            <a:off x="7591570" y="545651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2281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8F4CA-A0CC-486C-8739-346FFE4CFB03}"/>
              </a:ext>
            </a:extLst>
          </p:cNvPr>
          <p:cNvSpPr txBox="1"/>
          <p:nvPr/>
        </p:nvSpPr>
        <p:spPr>
          <a:xfrm>
            <a:off x="6870825" y="594181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2020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0802F-E691-43A4-AF4B-20EAE5AC89CC}"/>
              </a:ext>
            </a:extLst>
          </p:cNvPr>
          <p:cNvSpPr txBox="1"/>
          <p:nvPr/>
        </p:nvSpPr>
        <p:spPr>
          <a:xfrm>
            <a:off x="7579517" y="605938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70.91%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7B56D8-8050-4F7A-8D44-D1C401FD7F91}"/>
              </a:ext>
            </a:extLst>
          </p:cNvPr>
          <p:cNvSpPr txBox="1"/>
          <p:nvPr/>
        </p:nvSpPr>
        <p:spPr>
          <a:xfrm>
            <a:off x="8236891" y="555885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80.68%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AA4DF8-85D9-46A1-958F-BFCA529722F9}"/>
              </a:ext>
            </a:extLst>
          </p:cNvPr>
          <p:cNvSpPr txBox="1"/>
          <p:nvPr/>
        </p:nvSpPr>
        <p:spPr>
          <a:xfrm>
            <a:off x="7333969" y="49962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68.04%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E16638-AE1C-49EE-87B1-C45AD5E87461}"/>
              </a:ext>
            </a:extLst>
          </p:cNvPr>
          <p:cNvSpPr txBox="1"/>
          <p:nvPr/>
        </p:nvSpPr>
        <p:spPr>
          <a:xfrm>
            <a:off x="5309480" y="439910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39.67%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68576F-E143-46F7-B923-38FC9CFE4B9A}"/>
              </a:ext>
            </a:extLst>
          </p:cNvPr>
          <p:cNvSpPr txBox="1"/>
          <p:nvPr/>
        </p:nvSpPr>
        <p:spPr>
          <a:xfrm>
            <a:off x="9613426" y="375165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98.99%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B89264-48CC-469F-B9E7-EFD3DA2917DD}"/>
              </a:ext>
            </a:extLst>
          </p:cNvPr>
          <p:cNvSpPr txBox="1"/>
          <p:nvPr/>
        </p:nvSpPr>
        <p:spPr>
          <a:xfrm>
            <a:off x="9752708" y="322894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114.73%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CD4A2C-9C21-4E16-BF04-1028AEE19B79}"/>
              </a:ext>
            </a:extLst>
          </p:cNvPr>
          <p:cNvSpPr txBox="1"/>
          <p:nvPr/>
        </p:nvSpPr>
        <p:spPr>
          <a:xfrm>
            <a:off x="9749005" y="262015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113.07%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21C079-6158-4311-8BC6-0A054071E7B9}"/>
              </a:ext>
            </a:extLst>
          </p:cNvPr>
          <p:cNvSpPr txBox="1"/>
          <p:nvPr/>
        </p:nvSpPr>
        <p:spPr>
          <a:xfrm>
            <a:off x="9648338" y="2078626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chemeClr val="bg1">
                    <a:lumMod val="95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100%</a:t>
            </a:r>
            <a:endParaRPr lang="en-GB" altLang="zh-TW" sz="700" b="1" dirty="0">
              <a:solidFill>
                <a:schemeClr val="bg1">
                  <a:lumMod val="95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E590FB-C486-4ADE-9CAA-27F4CB326D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851" y="224427"/>
            <a:ext cx="1553803" cy="8720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6D4ABF7-256C-4F43-AC93-3AFA346A78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89" y="2493001"/>
            <a:ext cx="537594" cy="3583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4D0E8B-B53D-4CAB-B2AD-76AFCAD732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26" y="6041433"/>
            <a:ext cx="246967" cy="24696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C9EE4C5-2522-47DB-AB7A-E317BA0B54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50" y="3119839"/>
            <a:ext cx="287546" cy="2882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8DD1872-F410-4B16-978E-60A60E8893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24" y="1977524"/>
            <a:ext cx="537594" cy="35839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D79D677-2FA0-4C51-A112-33F7B5790F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139" y="3689075"/>
            <a:ext cx="277777" cy="2777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363736-46FF-4E14-9656-506CD4E044E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0" t="25177" r="66591" b="23957"/>
          <a:stretch/>
        </p:blipFill>
        <p:spPr>
          <a:xfrm>
            <a:off x="389122" y="4354192"/>
            <a:ext cx="277777" cy="27777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853B379-290C-4F0E-95AC-6EAA577EFFB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35" t="25345" r="35716" b="24390"/>
          <a:stretch/>
        </p:blipFill>
        <p:spPr>
          <a:xfrm>
            <a:off x="395436" y="4924128"/>
            <a:ext cx="271463" cy="274496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A50ADE91-BEB6-4938-B6E4-CD9182BC881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83" t="25964" r="5645" b="24180"/>
          <a:stretch/>
        </p:blipFill>
        <p:spPr>
          <a:xfrm>
            <a:off x="401037" y="5486646"/>
            <a:ext cx="265862" cy="27226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DE4E0C35-292F-4657-A73E-3F5D958F8926}"/>
              </a:ext>
            </a:extLst>
          </p:cNvPr>
          <p:cNvSpPr txBox="1"/>
          <p:nvPr/>
        </p:nvSpPr>
        <p:spPr>
          <a:xfrm>
            <a:off x="681984" y="5112545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D0D0020-3394-44D8-B389-2F3E9EAC5508}"/>
              </a:ext>
            </a:extLst>
          </p:cNvPr>
          <p:cNvSpPr txBox="1"/>
          <p:nvPr/>
        </p:nvSpPr>
        <p:spPr>
          <a:xfrm>
            <a:off x="681984" y="5697959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A96238C-DB21-4B55-A228-97324D3A2300}"/>
              </a:ext>
            </a:extLst>
          </p:cNvPr>
          <p:cNvSpPr txBox="1"/>
          <p:nvPr/>
        </p:nvSpPr>
        <p:spPr>
          <a:xfrm>
            <a:off x="4212541" y="576622"/>
            <a:ext cx="4375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Single Core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单核分数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89033CE-DB8D-48B1-807D-10730AAB800B}"/>
              </a:ext>
            </a:extLst>
          </p:cNvPr>
          <p:cNvSpPr txBox="1"/>
          <p:nvPr/>
        </p:nvSpPr>
        <p:spPr>
          <a:xfrm>
            <a:off x="2164692" y="2188582"/>
            <a:ext cx="7429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65A16AE-77DD-4FCB-A5B0-EBADE000B297}"/>
              </a:ext>
            </a:extLst>
          </p:cNvPr>
          <p:cNvSpPr txBox="1"/>
          <p:nvPr/>
        </p:nvSpPr>
        <p:spPr>
          <a:xfrm>
            <a:off x="2170993" y="2720437"/>
            <a:ext cx="75981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AFC1D-DCF6-4EA6-A30E-072FB21AEDB7}"/>
              </a:ext>
            </a:extLst>
          </p:cNvPr>
          <p:cNvSpPr txBox="1"/>
          <p:nvPr/>
        </p:nvSpPr>
        <p:spPr>
          <a:xfrm>
            <a:off x="2167847" y="3333202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N3B(3nm)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26E4554-98D4-464F-88C5-56D57C7F06CD}"/>
              </a:ext>
            </a:extLst>
          </p:cNvPr>
          <p:cNvSpPr txBox="1"/>
          <p:nvPr/>
        </p:nvSpPr>
        <p:spPr>
          <a:xfrm>
            <a:off x="2295348" y="3910831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Intel7(10nm)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EE5DA3A-38E2-4056-A691-0359AE81B6C7}"/>
              </a:ext>
            </a:extLst>
          </p:cNvPr>
          <p:cNvSpPr txBox="1"/>
          <p:nvPr/>
        </p:nvSpPr>
        <p:spPr>
          <a:xfrm>
            <a:off x="2170993" y="4494462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21AC43-A7AC-4B3E-B2CD-F1697033229E}"/>
              </a:ext>
            </a:extLst>
          </p:cNvPr>
          <p:cNvSpPr txBox="1"/>
          <p:nvPr/>
        </p:nvSpPr>
        <p:spPr>
          <a:xfrm>
            <a:off x="2180662" y="5056404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D91951-225A-4626-BBD6-E050E6967F8B}"/>
              </a:ext>
            </a:extLst>
          </p:cNvPr>
          <p:cNvSpPr txBox="1"/>
          <p:nvPr/>
        </p:nvSpPr>
        <p:spPr>
          <a:xfrm>
            <a:off x="2177494" y="5659806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4F9A9A2-955C-4DF4-A9EE-EDF2784F715D}"/>
              </a:ext>
            </a:extLst>
          </p:cNvPr>
          <p:cNvSpPr txBox="1"/>
          <p:nvPr/>
        </p:nvSpPr>
        <p:spPr>
          <a:xfrm>
            <a:off x="2171548" y="6307484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N3P(3nm)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62B3DE1-F58B-4D26-B227-8D8733B76CA6}"/>
              </a:ext>
            </a:extLst>
          </p:cNvPr>
          <p:cNvSpPr txBox="1"/>
          <p:nvPr/>
        </p:nvSpPr>
        <p:spPr>
          <a:xfrm>
            <a:off x="2842546" y="1390747"/>
            <a:ext cx="7654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*N3B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第一代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N3E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第二代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N3P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第三代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技术节点。</a:t>
            </a:r>
            <a:endParaRPr lang="en-GB" altLang="zh-TW" sz="12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9984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322801" y="258437"/>
            <a:ext cx="4375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4000" b="1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Cinebench</a:t>
            </a:r>
            <a:r>
              <a:rPr lang="en-US" altLang="zh-TW" sz="4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 R23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851C5D-9E5B-4A89-8877-405FE7F1E5A5}"/>
              </a:ext>
            </a:extLst>
          </p:cNvPr>
          <p:cNvCxnSpPr>
            <a:cxnSpLocks/>
          </p:cNvCxnSpPr>
          <p:nvPr/>
        </p:nvCxnSpPr>
        <p:spPr>
          <a:xfrm>
            <a:off x="1903247" y="878217"/>
            <a:ext cx="1927570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E4674A-02BB-45A5-A9F0-404A4C510D2B}"/>
              </a:ext>
            </a:extLst>
          </p:cNvPr>
          <p:cNvCxnSpPr>
            <a:cxnSpLocks/>
          </p:cNvCxnSpPr>
          <p:nvPr/>
        </p:nvCxnSpPr>
        <p:spPr>
          <a:xfrm>
            <a:off x="3145336" y="940673"/>
            <a:ext cx="685481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F0DE90-E2E2-417D-95FB-7F5B24BD7277}"/>
              </a:ext>
            </a:extLst>
          </p:cNvPr>
          <p:cNvSpPr/>
          <p:nvPr/>
        </p:nvSpPr>
        <p:spPr>
          <a:xfrm>
            <a:off x="16669" y="1386161"/>
            <a:ext cx="12048331" cy="5471839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166A1-1BD0-4E0B-A8F0-4866AAE91177}"/>
              </a:ext>
            </a:extLst>
          </p:cNvPr>
          <p:cNvSpPr txBox="1"/>
          <p:nvPr/>
        </p:nvSpPr>
        <p:spPr>
          <a:xfrm>
            <a:off x="673105" y="1798450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9D08DE-A1A7-4B32-9787-20BFF25C3A67}"/>
              </a:ext>
            </a:extLst>
          </p:cNvPr>
          <p:cNvSpPr/>
          <p:nvPr/>
        </p:nvSpPr>
        <p:spPr>
          <a:xfrm>
            <a:off x="2842546" y="1628087"/>
            <a:ext cx="8579834" cy="515371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060DF4-79B0-48CF-A916-FF7BC3DEED04}"/>
              </a:ext>
            </a:extLst>
          </p:cNvPr>
          <p:cNvSpPr txBox="1"/>
          <p:nvPr/>
        </p:nvSpPr>
        <p:spPr>
          <a:xfrm>
            <a:off x="677064" y="4112448"/>
            <a:ext cx="2100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(10-core)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1BC6F-957D-4A1C-96F0-F3A89643A766}"/>
              </a:ext>
            </a:extLst>
          </p:cNvPr>
          <p:cNvSpPr txBox="1"/>
          <p:nvPr/>
        </p:nvSpPr>
        <p:spPr>
          <a:xfrm>
            <a:off x="2200754" y="4202131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F50F0C-FDAD-45EC-B2B1-9F083D823100}"/>
              </a:ext>
            </a:extLst>
          </p:cNvPr>
          <p:cNvSpPr txBox="1"/>
          <p:nvPr/>
        </p:nvSpPr>
        <p:spPr>
          <a:xfrm>
            <a:off x="677064" y="4713028"/>
            <a:ext cx="2092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Pro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477390-0C18-44AA-9A65-2285F182B36E}"/>
              </a:ext>
            </a:extLst>
          </p:cNvPr>
          <p:cNvSpPr txBox="1"/>
          <p:nvPr/>
        </p:nvSpPr>
        <p:spPr>
          <a:xfrm>
            <a:off x="2215720" y="4800051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46W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CA938-D194-4CBB-867C-D96DD3CFA8BD}"/>
              </a:ext>
            </a:extLst>
          </p:cNvPr>
          <p:cNvSpPr txBox="1"/>
          <p:nvPr/>
        </p:nvSpPr>
        <p:spPr>
          <a:xfrm>
            <a:off x="673105" y="5305498"/>
            <a:ext cx="2096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M4 Max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3C7106-F499-41F5-A10B-8A42D8978EE6}"/>
              </a:ext>
            </a:extLst>
          </p:cNvPr>
          <p:cNvSpPr txBox="1"/>
          <p:nvPr/>
        </p:nvSpPr>
        <p:spPr>
          <a:xfrm>
            <a:off x="2220385" y="539038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70W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AF9E96-B9D4-4803-B5F0-CD92EB49B902}"/>
              </a:ext>
            </a:extLst>
          </p:cNvPr>
          <p:cNvSpPr txBox="1"/>
          <p:nvPr/>
        </p:nvSpPr>
        <p:spPr>
          <a:xfrm>
            <a:off x="2186954" y="1880077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88BD8D-54FA-4314-8F5E-A275995BC469}"/>
              </a:ext>
            </a:extLst>
          </p:cNvPr>
          <p:cNvSpPr txBox="1"/>
          <p:nvPr/>
        </p:nvSpPr>
        <p:spPr>
          <a:xfrm>
            <a:off x="673105" y="2931080"/>
            <a:ext cx="2061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Ultra 9 285HX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943E66-356B-4F03-BBAC-99608EC00BD2}"/>
              </a:ext>
            </a:extLst>
          </p:cNvPr>
          <p:cNvSpPr txBox="1"/>
          <p:nvPr/>
        </p:nvSpPr>
        <p:spPr>
          <a:xfrm>
            <a:off x="2194191" y="3012707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160W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4E41FA-E469-4DD6-A96D-135ABCD1F9B1}"/>
              </a:ext>
            </a:extLst>
          </p:cNvPr>
          <p:cNvSpPr txBox="1"/>
          <p:nvPr/>
        </p:nvSpPr>
        <p:spPr>
          <a:xfrm>
            <a:off x="679231" y="3505380"/>
            <a:ext cx="2011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Core I9 14900HX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476BB-E259-41FA-A251-D85717ADB947}"/>
              </a:ext>
            </a:extLst>
          </p:cNvPr>
          <p:cNvSpPr txBox="1"/>
          <p:nvPr/>
        </p:nvSpPr>
        <p:spPr>
          <a:xfrm>
            <a:off x="2194191" y="3601133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157W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BD889B-7AF6-4BD3-A958-988F737FCE90}"/>
              </a:ext>
            </a:extLst>
          </p:cNvPr>
          <p:cNvSpPr txBox="1"/>
          <p:nvPr/>
        </p:nvSpPr>
        <p:spPr>
          <a:xfrm>
            <a:off x="673105" y="2344530"/>
            <a:ext cx="20040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Ryzen 9 9955HX3D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23A588-FE7B-4154-AAB5-05FEBE051310}"/>
              </a:ext>
            </a:extLst>
          </p:cNvPr>
          <p:cNvSpPr txBox="1"/>
          <p:nvPr/>
        </p:nvSpPr>
        <p:spPr>
          <a:xfrm>
            <a:off x="2186954" y="242480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101W</a:t>
            </a:r>
            <a:endParaRPr lang="en-GB" altLang="zh-TW" sz="7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5280C5-3946-4371-ABF3-42E1565C577A}"/>
              </a:ext>
            </a:extLst>
          </p:cNvPr>
          <p:cNvSpPr txBox="1"/>
          <p:nvPr/>
        </p:nvSpPr>
        <p:spPr>
          <a:xfrm>
            <a:off x="696775" y="3138528"/>
            <a:ext cx="139819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Lion Cove(P-cores) Skymont(E-cores)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CE2C81-4C92-4519-A995-1E4801DFFB4F}"/>
              </a:ext>
            </a:extLst>
          </p:cNvPr>
          <p:cNvSpPr txBox="1"/>
          <p:nvPr/>
        </p:nvSpPr>
        <p:spPr>
          <a:xfrm>
            <a:off x="696046" y="3727311"/>
            <a:ext cx="158787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Raptor Cove(P-cores) Gracemont(E-cores)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834ABE-DFA5-40BA-97F1-476CCF20B6C2}"/>
              </a:ext>
            </a:extLst>
          </p:cNvPr>
          <p:cNvSpPr txBox="1"/>
          <p:nvPr/>
        </p:nvSpPr>
        <p:spPr>
          <a:xfrm>
            <a:off x="688332" y="2567357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583CEE-43EF-44E8-B0C5-DEEE0E112460}"/>
              </a:ext>
            </a:extLst>
          </p:cNvPr>
          <p:cNvSpPr txBox="1"/>
          <p:nvPr/>
        </p:nvSpPr>
        <p:spPr>
          <a:xfrm>
            <a:off x="681984" y="4346800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D0ACA4-A7B8-4E2B-AAAE-DD80A02068B6}"/>
              </a:ext>
            </a:extLst>
          </p:cNvPr>
          <p:cNvSpPr txBox="1"/>
          <p:nvPr/>
        </p:nvSpPr>
        <p:spPr>
          <a:xfrm>
            <a:off x="688332" y="2026632"/>
            <a:ext cx="59516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EDB521-36C5-4580-B88F-78C1596EF66B}"/>
              </a:ext>
            </a:extLst>
          </p:cNvPr>
          <p:cNvSpPr txBox="1"/>
          <p:nvPr/>
        </p:nvSpPr>
        <p:spPr>
          <a:xfrm>
            <a:off x="673105" y="5767344"/>
            <a:ext cx="2096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Qualcomm Snapdragon X2 Elite Extreme (X2E-96-100)</a:t>
            </a:r>
            <a:endParaRPr lang="en-GB" altLang="zh-TW" sz="9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D41526-D023-405C-9776-1424F9056F26}"/>
              </a:ext>
            </a:extLst>
          </p:cNvPr>
          <p:cNvSpPr txBox="1"/>
          <p:nvPr/>
        </p:nvSpPr>
        <p:spPr>
          <a:xfrm>
            <a:off x="2220385" y="587232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96W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122B85-4D3D-435A-B040-CF3DA2B5A7D4}"/>
              </a:ext>
            </a:extLst>
          </p:cNvPr>
          <p:cNvSpPr txBox="1"/>
          <p:nvPr/>
        </p:nvSpPr>
        <p:spPr>
          <a:xfrm>
            <a:off x="688947" y="6136676"/>
            <a:ext cx="124495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3</a:t>
            </a:r>
            <a:r>
              <a:rPr lang="en-US" altLang="zh-TW" sz="600" i="0" baseline="300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</a:t>
            </a:r>
            <a:r>
              <a:rPr lang="en-US" altLang="zh-TW" sz="600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 Gen QualcommOryon CPU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E98C47-BFCB-4FAA-9E82-E864346245B0}"/>
              </a:ext>
            </a:extLst>
          </p:cNvPr>
          <p:cNvSpPr txBox="1"/>
          <p:nvPr/>
        </p:nvSpPr>
        <p:spPr>
          <a:xfrm>
            <a:off x="2842546" y="1385204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en-US" altLang="zh-CN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Ryzen AI Max+ 395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为基准。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92F12C-5C65-4995-823D-FEBC963E93F1}"/>
              </a:ext>
            </a:extLst>
          </p:cNvPr>
          <p:cNvSpPr txBox="1"/>
          <p:nvPr/>
        </p:nvSpPr>
        <p:spPr>
          <a:xfrm>
            <a:off x="10258710" y="1365757"/>
            <a:ext cx="3920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*</a:t>
            </a:r>
            <a:r>
              <a:rPr lang="zh-CN" altLang="en-US" sz="12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分数越高越好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。 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ACBE2A-B87D-40C2-9FC6-3763F4F3A6E3}"/>
              </a:ext>
            </a:extLst>
          </p:cNvPr>
          <p:cNvSpPr txBox="1"/>
          <p:nvPr/>
        </p:nvSpPr>
        <p:spPr>
          <a:xfrm>
            <a:off x="3062236" y="6663767"/>
            <a:ext cx="425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80F7DF-F017-4A4B-AF82-1EF5756E3DD3}"/>
              </a:ext>
            </a:extLst>
          </p:cNvPr>
          <p:cNvSpPr txBox="1"/>
          <p:nvPr/>
        </p:nvSpPr>
        <p:spPr>
          <a:xfrm>
            <a:off x="9449149" y="6669407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100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21B772-B752-48C0-9F7D-DB04B1A416E7}"/>
              </a:ext>
            </a:extLst>
          </p:cNvPr>
          <p:cNvSpPr txBox="1"/>
          <p:nvPr/>
        </p:nvSpPr>
        <p:spPr>
          <a:xfrm>
            <a:off x="10913437" y="6658689"/>
            <a:ext cx="4815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120</a:t>
            </a:r>
            <a:r>
              <a:rPr lang="en-US" altLang="zh-TW" sz="1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%</a:t>
            </a:r>
            <a:endParaRPr lang="en-GB" altLang="zh-TW" sz="1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2026C85-9D4A-4EDF-ADC0-812502B65EC9}"/>
              </a:ext>
            </a:extLst>
          </p:cNvPr>
          <p:cNvSpPr/>
          <p:nvPr/>
        </p:nvSpPr>
        <p:spPr>
          <a:xfrm>
            <a:off x="2852264" y="1881412"/>
            <a:ext cx="684418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5570F7-8758-4C5D-9376-383EA9A301E4}"/>
              </a:ext>
            </a:extLst>
          </p:cNvPr>
          <p:cNvSpPr txBox="1"/>
          <p:nvPr/>
        </p:nvSpPr>
        <p:spPr>
          <a:xfrm>
            <a:off x="9131558" y="1796963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2034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48DE01-B20B-491C-8F44-A8E0C38902E2}"/>
              </a:ext>
            </a:extLst>
          </p:cNvPr>
          <p:cNvSpPr/>
          <p:nvPr/>
        </p:nvSpPr>
        <p:spPr>
          <a:xfrm>
            <a:off x="2851801" y="2436476"/>
            <a:ext cx="6938576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5A70C8-D44F-4F96-B5C1-26536AD36697}"/>
              </a:ext>
            </a:extLst>
          </p:cNvPr>
          <p:cNvSpPr txBox="1"/>
          <p:nvPr/>
        </p:nvSpPr>
        <p:spPr>
          <a:xfrm>
            <a:off x="9131558" y="2360414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2166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D878FC2-9AD4-438E-84B6-A8B939E6321A}"/>
              </a:ext>
            </a:extLst>
          </p:cNvPr>
          <p:cNvSpPr/>
          <p:nvPr/>
        </p:nvSpPr>
        <p:spPr>
          <a:xfrm>
            <a:off x="2849783" y="3032540"/>
            <a:ext cx="6944298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701637-8657-4770-844A-CCF1BEF14E4F}"/>
              </a:ext>
            </a:extLst>
          </p:cNvPr>
          <p:cNvSpPr txBox="1"/>
          <p:nvPr/>
        </p:nvSpPr>
        <p:spPr>
          <a:xfrm>
            <a:off x="9131558" y="2950640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2244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01E6B7D-D63E-4562-B237-C7E575458B7B}"/>
              </a:ext>
            </a:extLst>
          </p:cNvPr>
          <p:cNvSpPr/>
          <p:nvPr/>
        </p:nvSpPr>
        <p:spPr>
          <a:xfrm>
            <a:off x="2849783" y="3602098"/>
            <a:ext cx="682047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B781D4-C59E-4D64-9CFD-ED4FFAAF97FE}"/>
              </a:ext>
            </a:extLst>
          </p:cNvPr>
          <p:cNvSpPr txBox="1"/>
          <p:nvPr/>
        </p:nvSpPr>
        <p:spPr>
          <a:xfrm>
            <a:off x="8989215" y="3515544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2183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E5A7442-E619-4F3B-B8C0-C064B719EC7A}"/>
              </a:ext>
            </a:extLst>
          </p:cNvPr>
          <p:cNvSpPr/>
          <p:nvPr/>
        </p:nvSpPr>
        <p:spPr>
          <a:xfrm>
            <a:off x="2849783" y="4206959"/>
            <a:ext cx="2503267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142720-697B-47F2-BB6F-3704FC28F06A}"/>
              </a:ext>
            </a:extLst>
          </p:cNvPr>
          <p:cNvSpPr txBox="1"/>
          <p:nvPr/>
        </p:nvSpPr>
        <p:spPr>
          <a:xfrm>
            <a:off x="4690527" y="4125059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2159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EE2C2F3-F202-4DDD-BAC5-06114FD11145}"/>
              </a:ext>
            </a:extLst>
          </p:cNvPr>
          <p:cNvSpPr/>
          <p:nvPr/>
        </p:nvSpPr>
        <p:spPr>
          <a:xfrm>
            <a:off x="2849783" y="4806717"/>
            <a:ext cx="4537853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F372F88-0947-4190-8C56-AC0D02ED373B}"/>
              </a:ext>
            </a:extLst>
          </p:cNvPr>
          <p:cNvSpPr/>
          <p:nvPr/>
        </p:nvSpPr>
        <p:spPr>
          <a:xfrm>
            <a:off x="2849783" y="5380173"/>
            <a:ext cx="5427442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29964A-4BA7-4C6D-BD84-8CDA1DDA7EE5}"/>
              </a:ext>
            </a:extLst>
          </p:cNvPr>
          <p:cNvSpPr/>
          <p:nvPr/>
        </p:nvSpPr>
        <p:spPr>
          <a:xfrm>
            <a:off x="2849783" y="5867394"/>
            <a:ext cx="4703541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1A1904-EAD6-496A-83D9-B23AD7B7982F}"/>
              </a:ext>
            </a:extLst>
          </p:cNvPr>
          <p:cNvSpPr txBox="1"/>
          <p:nvPr/>
        </p:nvSpPr>
        <p:spPr>
          <a:xfrm>
            <a:off x="6720699" y="4727368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2276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55C0F-1360-4AE8-936E-4EFE0CA403C5}"/>
              </a:ext>
            </a:extLst>
          </p:cNvPr>
          <p:cNvSpPr txBox="1"/>
          <p:nvPr/>
        </p:nvSpPr>
        <p:spPr>
          <a:xfrm>
            <a:off x="7591570" y="5295272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i="0" dirty="0">
                <a:solidFill>
                  <a:schemeClr val="bg2">
                    <a:lumMod val="50000"/>
                  </a:schemeClr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2281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8F4CA-A0CC-486C-8739-346FFE4CFB03}"/>
              </a:ext>
            </a:extLst>
          </p:cNvPr>
          <p:cNvSpPr txBox="1"/>
          <p:nvPr/>
        </p:nvSpPr>
        <p:spPr>
          <a:xfrm>
            <a:off x="6870825" y="5780572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2020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0802F-E691-43A4-AF4B-20EAE5AC89CC}"/>
              </a:ext>
            </a:extLst>
          </p:cNvPr>
          <p:cNvSpPr txBox="1"/>
          <p:nvPr/>
        </p:nvSpPr>
        <p:spPr>
          <a:xfrm>
            <a:off x="7579517" y="589814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70.91%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7B56D8-8050-4F7A-8D44-D1C401FD7F91}"/>
              </a:ext>
            </a:extLst>
          </p:cNvPr>
          <p:cNvSpPr txBox="1"/>
          <p:nvPr/>
        </p:nvSpPr>
        <p:spPr>
          <a:xfrm>
            <a:off x="8236891" y="5397612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80.68%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AA4DF8-85D9-46A1-958F-BFCA529722F9}"/>
              </a:ext>
            </a:extLst>
          </p:cNvPr>
          <p:cNvSpPr txBox="1"/>
          <p:nvPr/>
        </p:nvSpPr>
        <p:spPr>
          <a:xfrm>
            <a:off x="7333969" y="483498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68.04%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E16638-AE1C-49EE-87B1-C45AD5E87461}"/>
              </a:ext>
            </a:extLst>
          </p:cNvPr>
          <p:cNvSpPr txBox="1"/>
          <p:nvPr/>
        </p:nvSpPr>
        <p:spPr>
          <a:xfrm>
            <a:off x="5309480" y="4237864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39.67%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68576F-E143-46F7-B923-38FC9CFE4B9A}"/>
              </a:ext>
            </a:extLst>
          </p:cNvPr>
          <p:cNvSpPr txBox="1"/>
          <p:nvPr/>
        </p:nvSpPr>
        <p:spPr>
          <a:xfrm>
            <a:off x="9613426" y="3590409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98.99%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B89264-48CC-469F-B9E7-EFD3DA2917DD}"/>
              </a:ext>
            </a:extLst>
          </p:cNvPr>
          <p:cNvSpPr txBox="1"/>
          <p:nvPr/>
        </p:nvSpPr>
        <p:spPr>
          <a:xfrm>
            <a:off x="9752708" y="3067704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114.73%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CD4A2C-9C21-4E16-BF04-1028AEE19B79}"/>
              </a:ext>
            </a:extLst>
          </p:cNvPr>
          <p:cNvSpPr txBox="1"/>
          <p:nvPr/>
        </p:nvSpPr>
        <p:spPr>
          <a:xfrm>
            <a:off x="9749005" y="2458918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113.07%</a:t>
            </a:r>
            <a:endParaRPr lang="en-GB" altLang="zh-TW" sz="700" b="1" dirty="0">
              <a:solidFill>
                <a:srgbClr val="FF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21C079-6158-4311-8BC6-0A054071E7B9}"/>
              </a:ext>
            </a:extLst>
          </p:cNvPr>
          <p:cNvSpPr txBox="1"/>
          <p:nvPr/>
        </p:nvSpPr>
        <p:spPr>
          <a:xfrm>
            <a:off x="9648338" y="1917385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chemeClr val="bg1">
                    <a:lumMod val="95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100%</a:t>
            </a:r>
            <a:endParaRPr lang="en-GB" altLang="zh-TW" sz="700" b="1" dirty="0">
              <a:solidFill>
                <a:schemeClr val="bg1">
                  <a:lumMod val="95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E590FB-C486-4ADE-9CAA-27F4CB326D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851" y="224427"/>
            <a:ext cx="1553803" cy="8720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6D4ABF7-256C-4F43-AC93-3AFA346A78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89" y="2331760"/>
            <a:ext cx="537594" cy="3583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4D0E8B-B53D-4CAB-B2AD-76AFCAD732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26" y="5880192"/>
            <a:ext cx="246967" cy="2469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C9EE4C5-2522-47DB-AB7A-E317BA0B54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50" y="2958598"/>
            <a:ext cx="287546" cy="2882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8DD1872-F410-4B16-978E-60A60E8893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24" y="1816283"/>
            <a:ext cx="537594" cy="35839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D79D677-2FA0-4C51-A112-33F7B5790F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139" y="3527834"/>
            <a:ext cx="277777" cy="2777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363736-46FF-4E14-9656-506CD4E044E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0" t="25177" r="66591" b="23957"/>
          <a:stretch/>
        </p:blipFill>
        <p:spPr>
          <a:xfrm>
            <a:off x="389122" y="4192951"/>
            <a:ext cx="277777" cy="2777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853B379-290C-4F0E-95AC-6EAA577EFFB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35" t="25345" r="35716" b="24390"/>
          <a:stretch/>
        </p:blipFill>
        <p:spPr>
          <a:xfrm>
            <a:off x="395436" y="4762887"/>
            <a:ext cx="271463" cy="2744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A50ADE91-BEB6-4938-B6E4-CD9182BC881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83" t="25964" r="5645" b="24180"/>
          <a:stretch/>
        </p:blipFill>
        <p:spPr>
          <a:xfrm>
            <a:off x="401037" y="5325405"/>
            <a:ext cx="265862" cy="2722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DE4E0C35-292F-4657-A73E-3F5D958F8926}"/>
              </a:ext>
            </a:extLst>
          </p:cNvPr>
          <p:cNvSpPr txBox="1"/>
          <p:nvPr/>
        </p:nvSpPr>
        <p:spPr>
          <a:xfrm>
            <a:off x="681984" y="4951304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D0D0020-3394-44D8-B389-2F3E9EAC5508}"/>
              </a:ext>
            </a:extLst>
          </p:cNvPr>
          <p:cNvSpPr txBox="1"/>
          <p:nvPr/>
        </p:nvSpPr>
        <p:spPr>
          <a:xfrm>
            <a:off x="681984" y="5536718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A96238C-DB21-4B55-A228-97324D3A2300}"/>
              </a:ext>
            </a:extLst>
          </p:cNvPr>
          <p:cNvSpPr txBox="1"/>
          <p:nvPr/>
        </p:nvSpPr>
        <p:spPr>
          <a:xfrm>
            <a:off x="4212541" y="576622"/>
            <a:ext cx="4375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Single Core</a:t>
            </a:r>
            <a:r>
              <a:rPr lang="zh-CN" altLang="en-US" sz="12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单核分数</a:t>
            </a:r>
            <a:endParaRPr lang="en-GB" altLang="zh-TW" sz="12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89033CE-DB8D-48B1-807D-10730AAB800B}"/>
              </a:ext>
            </a:extLst>
          </p:cNvPr>
          <p:cNvSpPr txBox="1"/>
          <p:nvPr/>
        </p:nvSpPr>
        <p:spPr>
          <a:xfrm>
            <a:off x="2164692" y="2027341"/>
            <a:ext cx="7429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65A16AE-77DD-4FCB-A5B0-EBADE000B297}"/>
              </a:ext>
            </a:extLst>
          </p:cNvPr>
          <p:cNvSpPr txBox="1"/>
          <p:nvPr/>
        </p:nvSpPr>
        <p:spPr>
          <a:xfrm>
            <a:off x="2170993" y="2559196"/>
            <a:ext cx="75981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N4P(4nm)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AFC1D-DCF6-4EA6-A30E-072FB21AEDB7}"/>
              </a:ext>
            </a:extLst>
          </p:cNvPr>
          <p:cNvSpPr txBox="1"/>
          <p:nvPr/>
        </p:nvSpPr>
        <p:spPr>
          <a:xfrm>
            <a:off x="2167847" y="3171961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N3B(3nm)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26E4554-98D4-464F-88C5-56D57C7F06CD}"/>
              </a:ext>
            </a:extLst>
          </p:cNvPr>
          <p:cNvSpPr txBox="1"/>
          <p:nvPr/>
        </p:nvSpPr>
        <p:spPr>
          <a:xfrm>
            <a:off x="2295348" y="3749590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Intel7(10nm)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EE5DA3A-38E2-4056-A691-0359AE81B6C7}"/>
              </a:ext>
            </a:extLst>
          </p:cNvPr>
          <p:cNvSpPr txBox="1"/>
          <p:nvPr/>
        </p:nvSpPr>
        <p:spPr>
          <a:xfrm>
            <a:off x="2170993" y="4333221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21AC43-A7AC-4B3E-B2CD-F1697033229E}"/>
              </a:ext>
            </a:extLst>
          </p:cNvPr>
          <p:cNvSpPr txBox="1"/>
          <p:nvPr/>
        </p:nvSpPr>
        <p:spPr>
          <a:xfrm>
            <a:off x="2180662" y="4895163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D91951-225A-4626-BBD6-E050E6967F8B}"/>
              </a:ext>
            </a:extLst>
          </p:cNvPr>
          <p:cNvSpPr txBox="1"/>
          <p:nvPr/>
        </p:nvSpPr>
        <p:spPr>
          <a:xfrm>
            <a:off x="2177494" y="5498565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N3E(3nm)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4F9A9A2-955C-4DF4-A9EE-EDF2784F715D}"/>
              </a:ext>
            </a:extLst>
          </p:cNvPr>
          <p:cNvSpPr txBox="1"/>
          <p:nvPr/>
        </p:nvSpPr>
        <p:spPr>
          <a:xfrm>
            <a:off x="2171548" y="6146243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N3P(3nm)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AB13C4-085C-4E9F-B567-72E50AEB8AE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22" t="6602" r="21871" b="8018"/>
          <a:stretch/>
        </p:blipFill>
        <p:spPr>
          <a:xfrm>
            <a:off x="403597" y="6354156"/>
            <a:ext cx="247896" cy="2469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A047D552-B04A-460F-BF53-82F340295D0A}"/>
              </a:ext>
            </a:extLst>
          </p:cNvPr>
          <p:cNvSpPr txBox="1"/>
          <p:nvPr/>
        </p:nvSpPr>
        <p:spPr>
          <a:xfrm>
            <a:off x="657294" y="6311286"/>
            <a:ext cx="2096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Apple M5 (10-core)</a:t>
            </a:r>
            <a:endParaRPr lang="en-GB" altLang="zh-TW" sz="16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47E2F48-E7BA-4C18-8377-A7377CD543FE}"/>
              </a:ext>
            </a:extLst>
          </p:cNvPr>
          <p:cNvSpPr txBox="1"/>
          <p:nvPr/>
        </p:nvSpPr>
        <p:spPr>
          <a:xfrm>
            <a:off x="2204574" y="6396177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7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70W</a:t>
            </a:r>
            <a:endParaRPr lang="en-GB" altLang="zh-TW" sz="7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DB81B33-48BE-4118-AE71-77A158503A44}"/>
              </a:ext>
            </a:extLst>
          </p:cNvPr>
          <p:cNvSpPr/>
          <p:nvPr/>
        </p:nvSpPr>
        <p:spPr>
          <a:xfrm>
            <a:off x="2833972" y="6385961"/>
            <a:ext cx="5427442" cy="17475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0"/>
            <a:tileRect/>
          </a:gradFill>
          <a:ln cap="sq" cmpd="thickThin">
            <a:noFill/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80415DC-0953-4B99-AB6B-FDC4D19C5E90}"/>
              </a:ext>
            </a:extLst>
          </p:cNvPr>
          <p:cNvSpPr txBox="1"/>
          <p:nvPr/>
        </p:nvSpPr>
        <p:spPr>
          <a:xfrm>
            <a:off x="8221080" y="6403400"/>
            <a:ext cx="7134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00" b="1" dirty="0">
                <a:solidFill>
                  <a:srgbClr val="92D05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80.68%</a:t>
            </a:r>
            <a:endParaRPr lang="en-GB" altLang="zh-TW" sz="700" b="1" dirty="0">
              <a:solidFill>
                <a:srgbClr val="92D05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F8F9B41-D5C9-487E-AEAA-B167D33256A7}"/>
              </a:ext>
            </a:extLst>
          </p:cNvPr>
          <p:cNvSpPr txBox="1"/>
          <p:nvPr/>
        </p:nvSpPr>
        <p:spPr>
          <a:xfrm>
            <a:off x="666173" y="6542506"/>
            <a:ext cx="131690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Donan</a:t>
            </a:r>
            <a:r>
              <a:rPr lang="en-US" altLang="zh-TW" sz="6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(P-cores) Brave(E-cores)</a:t>
            </a:r>
            <a:endParaRPr lang="en-GB" altLang="zh-TW" sz="4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F46E475-7B7A-4D9F-B0C1-FF552122E00E}"/>
              </a:ext>
            </a:extLst>
          </p:cNvPr>
          <p:cNvSpPr txBox="1"/>
          <p:nvPr/>
        </p:nvSpPr>
        <p:spPr>
          <a:xfrm>
            <a:off x="2177183" y="6532904"/>
            <a:ext cx="7835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 N3P(3nm)</a:t>
            </a:r>
            <a:endParaRPr lang="en-GB" altLang="zh-TW" sz="6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514BF4E-6858-4BF7-8667-60EC0696DFCC}"/>
              </a:ext>
            </a:extLst>
          </p:cNvPr>
          <p:cNvSpPr txBox="1"/>
          <p:nvPr/>
        </p:nvSpPr>
        <p:spPr>
          <a:xfrm>
            <a:off x="7711678" y="6311286"/>
            <a:ext cx="1717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2569</a:t>
            </a:r>
            <a:endParaRPr lang="en-GB" altLang="zh-TW" sz="1600" b="1" i="0" dirty="0">
              <a:solidFill>
                <a:schemeClr val="bg2">
                  <a:lumMod val="50000"/>
                </a:schemeClr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AEA4892-0CD4-41C6-B3D1-8CE0867A328A}"/>
              </a:ext>
            </a:extLst>
          </p:cNvPr>
          <p:cNvSpPr txBox="1"/>
          <p:nvPr/>
        </p:nvSpPr>
        <p:spPr>
          <a:xfrm>
            <a:off x="2833972" y="1150154"/>
            <a:ext cx="7654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TW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*N3B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第一代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N3E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第二代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技术节点，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N3P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为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第三代</a:t>
            </a:r>
            <a:r>
              <a:rPr lang="en-US" altLang="zh-CN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3nm</a:t>
            </a:r>
            <a:r>
              <a:rPr lang="zh-CN" altLang="en-US" sz="120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技术节点。</a:t>
            </a:r>
            <a:endParaRPr lang="en-GB" altLang="zh-TW" sz="1200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85496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E51A51-B4BA-4D7A-BB30-CC47C29451F0}"/>
              </a:ext>
            </a:extLst>
          </p:cNvPr>
          <p:cNvSpPr txBox="1"/>
          <p:nvPr/>
        </p:nvSpPr>
        <p:spPr>
          <a:xfrm>
            <a:off x="5490706" y="3075057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0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总结</a:t>
            </a:r>
            <a:endParaRPr lang="en-GB" altLang="zh-TW" sz="4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221B7C-52D1-4BF4-B9D3-9B20CF7272DB}"/>
              </a:ext>
            </a:extLst>
          </p:cNvPr>
          <p:cNvCxnSpPr>
            <a:cxnSpLocks/>
          </p:cNvCxnSpPr>
          <p:nvPr/>
        </p:nvCxnSpPr>
        <p:spPr>
          <a:xfrm>
            <a:off x="6096000" y="3708519"/>
            <a:ext cx="491685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DC9F79-E9EF-4E14-B1ED-31F321059B63}"/>
              </a:ext>
            </a:extLst>
          </p:cNvPr>
          <p:cNvCxnSpPr>
            <a:cxnSpLocks/>
          </p:cNvCxnSpPr>
          <p:nvPr/>
        </p:nvCxnSpPr>
        <p:spPr>
          <a:xfrm>
            <a:off x="6341842" y="3782943"/>
            <a:ext cx="244115" cy="0"/>
          </a:xfrm>
          <a:prstGeom prst="line">
            <a:avLst/>
          </a:prstGeom>
          <a:ln w="3175"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33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37000"/>
                    <a:lumOff val="63000"/>
                  </a:schemeClr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56290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B34DE2F-E556-40A9-A50E-51FE63648A94}"/>
              </a:ext>
            </a:extLst>
          </p:cNvPr>
          <p:cNvSpPr/>
          <p:nvPr/>
        </p:nvSpPr>
        <p:spPr>
          <a:xfrm>
            <a:off x="1095984" y="556183"/>
            <a:ext cx="1929227" cy="1371172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16x</a:t>
            </a:r>
          </a:p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Zen5 CPU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09E15B-98EF-4BC8-9277-0EFC6F37C3AB}"/>
              </a:ext>
            </a:extLst>
          </p:cNvPr>
          <p:cNvSpPr/>
          <p:nvPr/>
        </p:nvSpPr>
        <p:spPr>
          <a:xfrm>
            <a:off x="1089252" y="3350026"/>
            <a:ext cx="2852172" cy="108958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Radeon 8060S</a:t>
            </a:r>
            <a:endParaRPr lang="en-US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RDNA3.5</a:t>
            </a:r>
            <a:endParaRPr lang="en-GB" altLang="zh-TW" sz="2400" b="1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750CBEF-4835-479E-9311-745117480BB7}"/>
              </a:ext>
            </a:extLst>
          </p:cNvPr>
          <p:cNvSpPr/>
          <p:nvPr/>
        </p:nvSpPr>
        <p:spPr>
          <a:xfrm>
            <a:off x="4723610" y="556183"/>
            <a:ext cx="4215291" cy="137117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Unified Memory Architecture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B488C24-F6DB-45EE-80CD-34940469D87C}"/>
              </a:ext>
            </a:extLst>
          </p:cNvPr>
          <p:cNvSpPr/>
          <p:nvPr/>
        </p:nvSpPr>
        <p:spPr>
          <a:xfrm>
            <a:off x="9022146" y="556183"/>
            <a:ext cx="2073870" cy="1371172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50 TOPS</a:t>
            </a:r>
          </a:p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NPU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5ACCA8D-7FEC-4C78-9785-C62D04AF4DE4}"/>
              </a:ext>
            </a:extLst>
          </p:cNvPr>
          <p:cNvSpPr/>
          <p:nvPr/>
        </p:nvSpPr>
        <p:spPr>
          <a:xfrm>
            <a:off x="1089252" y="4557193"/>
            <a:ext cx="927556" cy="1052284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40</a:t>
            </a:r>
          </a:p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CUs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7085C6-2D32-425B-A494-EFC7E636DA89}"/>
              </a:ext>
            </a:extLst>
          </p:cNvPr>
          <p:cNvSpPr/>
          <p:nvPr/>
        </p:nvSpPr>
        <p:spPr>
          <a:xfrm>
            <a:off x="3099910" y="556183"/>
            <a:ext cx="1549001" cy="1371171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TSMC</a:t>
            </a:r>
          </a:p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N4P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CEB254-A5C5-4871-A1D7-FED23FA8FC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373" y="2068293"/>
            <a:ext cx="4146285" cy="34522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494CAAD-F55D-42D7-9E58-07EBFBA2471F}"/>
              </a:ext>
            </a:extLst>
          </p:cNvPr>
          <p:cNvSpPr/>
          <p:nvPr/>
        </p:nvSpPr>
        <p:spPr>
          <a:xfrm>
            <a:off x="2068082" y="4557193"/>
            <a:ext cx="1880074" cy="1052284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2560</a:t>
            </a:r>
          </a:p>
          <a:p>
            <a:pPr algn="ctr"/>
            <a:r>
              <a:rPr lang="en-GB" altLang="zh-TW" sz="20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Shading unit</a:t>
            </a:r>
            <a:endParaRPr lang="en-GB" altLang="zh-TW" sz="20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C9B825-234C-48BF-9607-2F95EE3ADEAA}"/>
              </a:ext>
            </a:extLst>
          </p:cNvPr>
          <p:cNvSpPr/>
          <p:nvPr/>
        </p:nvSpPr>
        <p:spPr>
          <a:xfrm>
            <a:off x="1089252" y="2044933"/>
            <a:ext cx="2852172" cy="1187516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LPDDR5X-8000</a:t>
            </a:r>
          </a:p>
          <a:p>
            <a:pPr algn="ctr"/>
            <a:r>
              <a:rPr lang="en-US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Up to 128GB</a:t>
            </a:r>
            <a:endParaRPr lang="en-GB" altLang="zh-TW" sz="24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CEB5A13-A82A-4EF1-84E4-D9C429DEAE14}"/>
              </a:ext>
            </a:extLst>
          </p:cNvPr>
          <p:cNvSpPr/>
          <p:nvPr/>
        </p:nvSpPr>
        <p:spPr>
          <a:xfrm>
            <a:off x="8333368" y="2068292"/>
            <a:ext cx="2762648" cy="132844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126 TOPS</a:t>
            </a:r>
          </a:p>
          <a:p>
            <a:pPr algn="ctr"/>
            <a:r>
              <a:rPr lang="en-GB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Overall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A20E33B-BD3F-4F1C-BA25-AA2734E2810C}"/>
              </a:ext>
            </a:extLst>
          </p:cNvPr>
          <p:cNvSpPr/>
          <p:nvPr/>
        </p:nvSpPr>
        <p:spPr>
          <a:xfrm>
            <a:off x="8340099" y="3490836"/>
            <a:ext cx="1359377" cy="1066357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PBO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0AEF933-7E79-4FB1-BB9B-627CE8706ED8}"/>
              </a:ext>
            </a:extLst>
          </p:cNvPr>
          <p:cNvSpPr/>
          <p:nvPr/>
        </p:nvSpPr>
        <p:spPr>
          <a:xfrm>
            <a:off x="9736639" y="3490836"/>
            <a:ext cx="1359377" cy="1066357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 err="1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Ryzen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algn="ctr"/>
            <a:r>
              <a:rPr lang="en-GB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AI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9AA623-8B64-46BA-8BA8-362874068F00}"/>
              </a:ext>
            </a:extLst>
          </p:cNvPr>
          <p:cNvSpPr/>
          <p:nvPr/>
        </p:nvSpPr>
        <p:spPr>
          <a:xfrm>
            <a:off x="8324875" y="4648912"/>
            <a:ext cx="1374601" cy="96056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PCIE 4.0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525A1FE-17E5-45DE-8201-E13AE0D58CD3}"/>
              </a:ext>
            </a:extLst>
          </p:cNvPr>
          <p:cNvSpPr/>
          <p:nvPr/>
        </p:nvSpPr>
        <p:spPr>
          <a:xfrm>
            <a:off x="9742204" y="4648912"/>
            <a:ext cx="1374601" cy="96056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2800" b="1" i="0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55W TDP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AB19FF1-85BB-42CC-B643-056F66C7B384}"/>
              </a:ext>
            </a:extLst>
          </p:cNvPr>
          <p:cNvSpPr/>
          <p:nvPr/>
        </p:nvSpPr>
        <p:spPr>
          <a:xfrm>
            <a:off x="1089252" y="5638160"/>
            <a:ext cx="10027553" cy="663657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Start from </a:t>
            </a:r>
            <a:r>
              <a:rPr lang="en-US" altLang="zh-TW" sz="2800" b="1" i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only</a:t>
            </a:r>
            <a:r>
              <a:rPr lang="en-US" altLang="zh-TW" sz="2800" b="1" dirty="0">
                <a:gradFill flip="none"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latin typeface="DengXian" panose="02010600030101010101" pitchFamily="2" charset="-122"/>
                <a:ea typeface="DengXian" panose="02010600030101010101" pitchFamily="2" charset="-122"/>
              </a:rPr>
              <a:t> NT$69999 ~ NT$84999</a:t>
            </a:r>
            <a:endParaRPr lang="en-GB" altLang="zh-TW" sz="2800" b="1" i="0" dirty="0">
              <a:gradFill flip="none"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bg1"/>
                  </a:gs>
                </a:gsLst>
                <a:lin ang="16200000" scaled="1"/>
                <a:tileRect/>
              </a:gra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02456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31E4D43-0BA4-4A49-B2BA-7F3EDD918188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985</Words>
  <Application>Microsoft Office PowerPoint</Application>
  <PresentationFormat>Widescreen</PresentationFormat>
  <Paragraphs>287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等线</vt:lpstr>
      <vt:lpstr>Arial</vt:lpstr>
      <vt:lpstr>Calibri</vt:lpstr>
      <vt:lpstr>Calibri Light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 Kelvin</dc:creator>
  <cp:lastModifiedBy>Lim Kelvin</cp:lastModifiedBy>
  <cp:revision>26</cp:revision>
  <dcterms:created xsi:type="dcterms:W3CDTF">2025-11-12T11:20:17Z</dcterms:created>
  <dcterms:modified xsi:type="dcterms:W3CDTF">2025-12-14T20:23:00Z</dcterms:modified>
</cp:coreProperties>
</file>