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1" r:id="rId4"/>
    <p:sldId id="259" r:id="rId5"/>
    <p:sldId id="262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0000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400" d="100"/>
          <a:sy n="400" d="100"/>
        </p:scale>
        <p:origin x="-12012" y="-60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m Kelvin" userId="624f6ae12bb7b72b" providerId="LiveId" clId="{F1251028-0FAA-4340-88A2-7AF13CC6F143}"/>
    <pc:docChg chg="undo redo custSel addSld delSld modSld">
      <pc:chgData name="Lim Kelvin" userId="624f6ae12bb7b72b" providerId="LiveId" clId="{F1251028-0FAA-4340-88A2-7AF13CC6F143}" dt="2025-11-12T14:56:46.374" v="3891" actId="1076"/>
      <pc:docMkLst>
        <pc:docMk/>
      </pc:docMkLst>
      <pc:sldChg chg="addSp delSp modSp new mod modTransition setBg">
        <pc:chgData name="Lim Kelvin" userId="624f6ae12bb7b72b" providerId="LiveId" clId="{F1251028-0FAA-4340-88A2-7AF13CC6F143}" dt="2025-11-12T13:53:16.028" v="3771" actId="404"/>
        <pc:sldMkLst>
          <pc:docMk/>
          <pc:sldMk cId="1149496986" sldId="256"/>
        </pc:sldMkLst>
        <pc:spChg chg="del">
          <ac:chgData name="Lim Kelvin" userId="624f6ae12bb7b72b" providerId="LiveId" clId="{F1251028-0FAA-4340-88A2-7AF13CC6F143}" dt="2025-11-12T11:20:28.783" v="1" actId="478"/>
          <ac:spMkLst>
            <pc:docMk/>
            <pc:sldMk cId="1149496986" sldId="256"/>
            <ac:spMk id="2" creationId="{DA89DE16-A044-4538-AA8F-47CE9016BB3A}"/>
          </ac:spMkLst>
        </pc:spChg>
        <pc:spChg chg="del">
          <ac:chgData name="Lim Kelvin" userId="624f6ae12bb7b72b" providerId="LiveId" clId="{F1251028-0FAA-4340-88A2-7AF13CC6F143}" dt="2025-11-12T11:20:30.601" v="2" actId="478"/>
          <ac:spMkLst>
            <pc:docMk/>
            <pc:sldMk cId="1149496986" sldId="256"/>
            <ac:spMk id="3" creationId="{CE0C589A-2F55-451D-9AF6-47A2D6C19541}"/>
          </ac:spMkLst>
        </pc:spChg>
        <pc:spChg chg="add del mod">
          <ac:chgData name="Lim Kelvin" userId="624f6ae12bb7b72b" providerId="LiveId" clId="{F1251028-0FAA-4340-88A2-7AF13CC6F143}" dt="2025-11-12T11:43:53.279" v="2274" actId="767"/>
          <ac:spMkLst>
            <pc:docMk/>
            <pc:sldMk cId="1149496986" sldId="256"/>
            <ac:spMk id="4" creationId="{2ECBBAB1-E462-46C7-9597-D11C0470F509}"/>
          </ac:spMkLst>
        </pc:spChg>
        <pc:spChg chg="add mod">
          <ac:chgData name="Lim Kelvin" userId="624f6ae12bb7b72b" providerId="LiveId" clId="{F1251028-0FAA-4340-88A2-7AF13CC6F143}" dt="2025-11-12T13:53:16.028" v="3771" actId="404"/>
          <ac:spMkLst>
            <pc:docMk/>
            <pc:sldMk cId="1149496986" sldId="256"/>
            <ac:spMk id="5" creationId="{0FC0A582-7681-4243-8139-C1E1C8376212}"/>
          </ac:spMkLst>
        </pc:spChg>
        <pc:spChg chg="add del mod">
          <ac:chgData name="Lim Kelvin" userId="624f6ae12bb7b72b" providerId="LiveId" clId="{F1251028-0FAA-4340-88A2-7AF13CC6F143}" dt="2025-11-12T13:13:51.279" v="3547" actId="478"/>
          <ac:spMkLst>
            <pc:docMk/>
            <pc:sldMk cId="1149496986" sldId="256"/>
            <ac:spMk id="8" creationId="{5679FAAF-9B04-43B7-B7D2-C7B43A4593A4}"/>
          </ac:spMkLst>
        </pc:spChg>
        <pc:spChg chg="add mod">
          <ac:chgData name="Lim Kelvin" userId="624f6ae12bb7b72b" providerId="LiveId" clId="{F1251028-0FAA-4340-88A2-7AF13CC6F143}" dt="2025-11-12T13:53:09.190" v="3770" actId="1076"/>
          <ac:spMkLst>
            <pc:docMk/>
            <pc:sldMk cId="1149496986" sldId="256"/>
            <ac:spMk id="9" creationId="{06105B47-C1BB-4E63-9FC1-A6182B04D0A2}"/>
          </ac:spMkLst>
        </pc:spChg>
        <pc:picChg chg="add mod">
          <ac:chgData name="Lim Kelvin" userId="624f6ae12bb7b72b" providerId="LiveId" clId="{F1251028-0FAA-4340-88A2-7AF13CC6F143}" dt="2025-11-12T13:15:12.600" v="3733" actId="1076"/>
          <ac:picMkLst>
            <pc:docMk/>
            <pc:sldMk cId="1149496986" sldId="256"/>
            <ac:picMk id="7" creationId="{4AACACF2-29AD-44CB-A4EA-77B01E052666}"/>
          </ac:picMkLst>
        </pc:picChg>
      </pc:sldChg>
      <pc:sldChg chg="addSp delSp modSp add mod">
        <pc:chgData name="Lim Kelvin" userId="624f6ae12bb7b72b" providerId="LiveId" clId="{F1251028-0FAA-4340-88A2-7AF13CC6F143}" dt="2025-11-12T14:11:56.731" v="3867" actId="478"/>
        <pc:sldMkLst>
          <pc:docMk/>
          <pc:sldMk cId="69434451" sldId="257"/>
        </pc:sldMkLst>
        <pc:spChg chg="add del mod">
          <ac:chgData name="Lim Kelvin" userId="624f6ae12bb7b72b" providerId="LiveId" clId="{F1251028-0FAA-4340-88A2-7AF13CC6F143}" dt="2025-11-12T14:11:56.731" v="3867" actId="478"/>
          <ac:spMkLst>
            <pc:docMk/>
            <pc:sldMk cId="69434451" sldId="257"/>
            <ac:spMk id="4" creationId="{7917EBE6-CE76-47E1-AE74-A0E4896E4BD9}"/>
          </ac:spMkLst>
        </pc:spChg>
        <pc:spChg chg="del">
          <ac:chgData name="Lim Kelvin" userId="624f6ae12bb7b72b" providerId="LiveId" clId="{F1251028-0FAA-4340-88A2-7AF13CC6F143}" dt="2025-11-12T13:18:23.576" v="3743" actId="478"/>
          <ac:spMkLst>
            <pc:docMk/>
            <pc:sldMk cId="69434451" sldId="257"/>
            <ac:spMk id="5" creationId="{0FC0A582-7681-4243-8139-C1E1C8376212}"/>
          </ac:spMkLst>
        </pc:spChg>
        <pc:spChg chg="add del mod">
          <ac:chgData name="Lim Kelvin" userId="624f6ae12bb7b72b" providerId="LiveId" clId="{F1251028-0FAA-4340-88A2-7AF13CC6F143}" dt="2025-11-12T14:08:39.864" v="3801" actId="478"/>
          <ac:spMkLst>
            <pc:docMk/>
            <pc:sldMk cId="69434451" sldId="257"/>
            <ac:spMk id="6" creationId="{F557352E-92FC-4589-8847-68CAAE5C7CEA}"/>
          </ac:spMkLst>
        </pc:spChg>
        <pc:spChg chg="add del mod">
          <ac:chgData name="Lim Kelvin" userId="624f6ae12bb7b72b" providerId="LiveId" clId="{F1251028-0FAA-4340-88A2-7AF13CC6F143}" dt="2025-11-12T14:11:08.728" v="3864" actId="478"/>
          <ac:spMkLst>
            <pc:docMk/>
            <pc:sldMk cId="69434451" sldId="257"/>
            <ac:spMk id="8" creationId="{3E616DF2-92D3-4FDB-870D-46CC5A05B737}"/>
          </ac:spMkLst>
        </pc:spChg>
        <pc:spChg chg="del">
          <ac:chgData name="Lim Kelvin" userId="624f6ae12bb7b72b" providerId="LiveId" clId="{F1251028-0FAA-4340-88A2-7AF13CC6F143}" dt="2025-11-12T13:18:24.315" v="3744" actId="478"/>
          <ac:spMkLst>
            <pc:docMk/>
            <pc:sldMk cId="69434451" sldId="257"/>
            <ac:spMk id="9" creationId="{06105B47-C1BB-4E63-9FC1-A6182B04D0A2}"/>
          </ac:spMkLst>
        </pc:spChg>
        <pc:spChg chg="add del mod">
          <ac:chgData name="Lim Kelvin" userId="624f6ae12bb7b72b" providerId="LiveId" clId="{F1251028-0FAA-4340-88A2-7AF13CC6F143}" dt="2025-11-12T14:11:02.816" v="3863" actId="478"/>
          <ac:spMkLst>
            <pc:docMk/>
            <pc:sldMk cId="69434451" sldId="257"/>
            <ac:spMk id="10" creationId="{3856076D-E8EA-4BBE-BBFB-D4769F8B5647}"/>
          </ac:spMkLst>
        </pc:spChg>
        <pc:picChg chg="add mod">
          <ac:chgData name="Lim Kelvin" userId="624f6ae12bb7b72b" providerId="LiveId" clId="{F1251028-0FAA-4340-88A2-7AF13CC6F143}" dt="2025-11-12T14:09:23.573" v="3817" actId="1076"/>
          <ac:picMkLst>
            <pc:docMk/>
            <pc:sldMk cId="69434451" sldId="257"/>
            <ac:picMk id="3" creationId="{87FA7B6C-C6A7-4D6B-BBE0-7DC1CA37331A}"/>
          </ac:picMkLst>
        </pc:picChg>
        <pc:picChg chg="del mod">
          <ac:chgData name="Lim Kelvin" userId="624f6ae12bb7b72b" providerId="LiveId" clId="{F1251028-0FAA-4340-88A2-7AF13CC6F143}" dt="2025-11-12T13:28:41.734" v="3751" actId="478"/>
          <ac:picMkLst>
            <pc:docMk/>
            <pc:sldMk cId="69434451" sldId="257"/>
            <ac:picMk id="7" creationId="{4AACACF2-29AD-44CB-A4EA-77B01E052666}"/>
          </ac:picMkLst>
        </pc:picChg>
      </pc:sldChg>
      <pc:sldChg chg="delSp add del mod">
        <pc:chgData name="Lim Kelvin" userId="624f6ae12bb7b72b" providerId="LiveId" clId="{F1251028-0FAA-4340-88A2-7AF13CC6F143}" dt="2025-11-12T13:18:17.988" v="3740" actId="47"/>
        <pc:sldMkLst>
          <pc:docMk/>
          <pc:sldMk cId="678535418" sldId="257"/>
        </pc:sldMkLst>
        <pc:spChg chg="del">
          <ac:chgData name="Lim Kelvin" userId="624f6ae12bb7b72b" providerId="LiveId" clId="{F1251028-0FAA-4340-88A2-7AF13CC6F143}" dt="2025-11-12T13:15:52.850" v="3738" actId="478"/>
          <ac:spMkLst>
            <pc:docMk/>
            <pc:sldMk cId="678535418" sldId="257"/>
            <ac:spMk id="5" creationId="{0FC0A582-7681-4243-8139-C1E1C8376212}"/>
          </ac:spMkLst>
        </pc:spChg>
        <pc:spChg chg="del">
          <ac:chgData name="Lim Kelvin" userId="624f6ae12bb7b72b" providerId="LiveId" clId="{F1251028-0FAA-4340-88A2-7AF13CC6F143}" dt="2025-11-12T13:15:54.726" v="3739" actId="478"/>
          <ac:spMkLst>
            <pc:docMk/>
            <pc:sldMk cId="678535418" sldId="257"/>
            <ac:spMk id="9" creationId="{06105B47-C1BB-4E63-9FC1-A6182B04D0A2}"/>
          </ac:spMkLst>
        </pc:spChg>
        <pc:picChg chg="del">
          <ac:chgData name="Lim Kelvin" userId="624f6ae12bb7b72b" providerId="LiveId" clId="{F1251028-0FAA-4340-88A2-7AF13CC6F143}" dt="2025-11-12T13:15:50.166" v="3737" actId="478"/>
          <ac:picMkLst>
            <pc:docMk/>
            <pc:sldMk cId="678535418" sldId="257"/>
            <ac:picMk id="7" creationId="{4AACACF2-29AD-44CB-A4EA-77B01E052666}"/>
          </ac:picMkLst>
        </pc:picChg>
      </pc:sldChg>
      <pc:sldChg chg="delSp add del mod">
        <pc:chgData name="Lim Kelvin" userId="624f6ae12bb7b72b" providerId="LiveId" clId="{F1251028-0FAA-4340-88A2-7AF13CC6F143}" dt="2025-11-12T13:43:06.455" v="3762" actId="47"/>
        <pc:sldMkLst>
          <pc:docMk/>
          <pc:sldMk cId="1993304080" sldId="258"/>
        </pc:sldMkLst>
        <pc:picChg chg="del">
          <ac:chgData name="Lim Kelvin" userId="624f6ae12bb7b72b" providerId="LiveId" clId="{F1251028-0FAA-4340-88A2-7AF13CC6F143}" dt="2025-11-12T13:19:04.400" v="3750" actId="478"/>
          <ac:picMkLst>
            <pc:docMk/>
            <pc:sldMk cId="1993304080" sldId="258"/>
            <ac:picMk id="7" creationId="{4AACACF2-29AD-44CB-A4EA-77B01E052666}"/>
          </ac:picMkLst>
        </pc:picChg>
      </pc:sldChg>
      <pc:sldChg chg="addSp delSp modSp add mod">
        <pc:chgData name="Lim Kelvin" userId="624f6ae12bb7b72b" providerId="LiveId" clId="{F1251028-0FAA-4340-88A2-7AF13CC6F143}" dt="2025-11-12T14:56:46.374" v="3891" actId="1076"/>
        <pc:sldMkLst>
          <pc:docMk/>
          <pc:sldMk cId="1227273869" sldId="259"/>
        </pc:sldMkLst>
        <pc:spChg chg="add mod">
          <ac:chgData name="Lim Kelvin" userId="624f6ae12bb7b72b" providerId="LiveId" clId="{F1251028-0FAA-4340-88A2-7AF13CC6F143}" dt="2025-11-12T14:55:57.303" v="3881" actId="14100"/>
          <ac:spMkLst>
            <pc:docMk/>
            <pc:sldMk cId="1227273869" sldId="259"/>
            <ac:spMk id="5" creationId="{DBCB5AEB-778F-4E5A-9F6C-E765D3FC0DB8}"/>
          </ac:spMkLst>
        </pc:spChg>
        <pc:spChg chg="add mod">
          <ac:chgData name="Lim Kelvin" userId="624f6ae12bb7b72b" providerId="LiveId" clId="{F1251028-0FAA-4340-88A2-7AF13CC6F143}" dt="2025-11-12T14:56:20.088" v="3884" actId="14100"/>
          <ac:spMkLst>
            <pc:docMk/>
            <pc:sldMk cId="1227273869" sldId="259"/>
            <ac:spMk id="6" creationId="{F17CE65D-AB6E-41C9-9516-DDDD5F53C85C}"/>
          </ac:spMkLst>
        </pc:spChg>
        <pc:spChg chg="add mod">
          <ac:chgData name="Lim Kelvin" userId="624f6ae12bb7b72b" providerId="LiveId" clId="{F1251028-0FAA-4340-88A2-7AF13CC6F143}" dt="2025-11-12T14:56:46.374" v="3891" actId="1076"/>
          <ac:spMkLst>
            <pc:docMk/>
            <pc:sldMk cId="1227273869" sldId="259"/>
            <ac:spMk id="7" creationId="{64DF63D9-C80F-49FF-8CEA-AEFCE24A8BB3}"/>
          </ac:spMkLst>
        </pc:spChg>
        <pc:picChg chg="mod">
          <ac:chgData name="Lim Kelvin" userId="624f6ae12bb7b72b" providerId="LiveId" clId="{F1251028-0FAA-4340-88A2-7AF13CC6F143}" dt="2025-11-12T14:55:47.562" v="3878" actId="1076"/>
          <ac:picMkLst>
            <pc:docMk/>
            <pc:sldMk cId="1227273869" sldId="259"/>
            <ac:picMk id="3" creationId="{87FA7B6C-C6A7-4D6B-BBE0-7DC1CA37331A}"/>
          </ac:picMkLst>
        </pc:picChg>
        <pc:picChg chg="add del">
          <ac:chgData name="Lim Kelvin" userId="624f6ae12bb7b72b" providerId="LiveId" clId="{F1251028-0FAA-4340-88A2-7AF13CC6F143}" dt="2025-11-12T14:55:39.954" v="3877" actId="22"/>
          <ac:picMkLst>
            <pc:docMk/>
            <pc:sldMk cId="1227273869" sldId="259"/>
            <ac:picMk id="4" creationId="{0D3D292A-30A0-4348-ACE8-2FC5DB35060D}"/>
          </ac:picMkLst>
        </pc:picChg>
      </pc:sldChg>
      <pc:sldChg chg="delSp add del mod">
        <pc:chgData name="Lim Kelvin" userId="624f6ae12bb7b72b" providerId="LiveId" clId="{F1251028-0FAA-4340-88A2-7AF13CC6F143}" dt="2025-11-12T14:30:51.379" v="3869" actId="47"/>
        <pc:sldMkLst>
          <pc:docMk/>
          <pc:sldMk cId="3821458616" sldId="260"/>
        </pc:sldMkLst>
        <pc:spChg chg="del">
          <ac:chgData name="Lim Kelvin" userId="624f6ae12bb7b72b" providerId="LiveId" clId="{F1251028-0FAA-4340-88A2-7AF13CC6F143}" dt="2025-11-12T14:11:34.368" v="3865" actId="478"/>
          <ac:spMkLst>
            <pc:docMk/>
            <pc:sldMk cId="3821458616" sldId="260"/>
            <ac:spMk id="10" creationId="{3856076D-E8EA-4BBE-BBFB-D4769F8B5647}"/>
          </ac:spMkLst>
        </pc:spChg>
      </pc:sldChg>
      <pc:sldChg chg="addSp delSp modSp add">
        <pc:chgData name="Lim Kelvin" userId="624f6ae12bb7b72b" providerId="LiveId" clId="{F1251028-0FAA-4340-88A2-7AF13CC6F143}" dt="2025-11-12T14:56:25.003" v="3886"/>
        <pc:sldMkLst>
          <pc:docMk/>
          <pc:sldMk cId="4168088826" sldId="261"/>
        </pc:sldMkLst>
        <pc:spChg chg="add del mod">
          <ac:chgData name="Lim Kelvin" userId="624f6ae12bb7b72b" providerId="LiveId" clId="{F1251028-0FAA-4340-88A2-7AF13CC6F143}" dt="2025-11-12T14:56:25.003" v="3886"/>
          <ac:spMkLst>
            <pc:docMk/>
            <pc:sldMk cId="4168088826" sldId="261"/>
            <ac:spMk id="6" creationId="{21C811F1-A213-4EB7-8E46-EB34988BA4EE}"/>
          </ac:spMkLst>
        </pc:spChg>
      </pc:sldChg>
      <pc:sldChg chg="add del">
        <pc:chgData name="Lim Kelvin" userId="624f6ae12bb7b72b" providerId="LiveId" clId="{F1251028-0FAA-4340-88A2-7AF13CC6F143}" dt="2025-11-12T14:30:50.121" v="3868" actId="47"/>
        <pc:sldMkLst>
          <pc:docMk/>
          <pc:sldMk cId="2926636416" sldId="262"/>
        </pc:sldMkLst>
      </pc:sldChg>
      <pc:sldChg chg="addSp modSp add mod">
        <pc:chgData name="Lim Kelvin" userId="624f6ae12bb7b72b" providerId="LiveId" clId="{F1251028-0FAA-4340-88A2-7AF13CC6F143}" dt="2025-11-12T14:54:31.680" v="3875" actId="14100"/>
        <pc:sldMkLst>
          <pc:docMk/>
          <pc:sldMk cId="3746620874" sldId="262"/>
        </pc:sldMkLst>
        <pc:picChg chg="add mod">
          <ac:chgData name="Lim Kelvin" userId="624f6ae12bb7b72b" providerId="LiveId" clId="{F1251028-0FAA-4340-88A2-7AF13CC6F143}" dt="2025-11-12T14:54:31.680" v="3875" actId="14100"/>
          <ac:picMkLst>
            <pc:docMk/>
            <pc:sldMk cId="3746620874" sldId="262"/>
            <ac:picMk id="4" creationId="{A5F07E7C-678F-4271-B22F-2F8E2FAC3E02}"/>
          </ac:picMkLst>
        </pc:picChg>
      </pc:sldChg>
      <pc:sldMasterChg chg="addSldLayout">
        <pc:chgData name="Lim Kelvin" userId="624f6ae12bb7b72b" providerId="LiveId" clId="{F1251028-0FAA-4340-88A2-7AF13CC6F143}" dt="2025-11-12T11:20:25.598" v="0" actId="680"/>
        <pc:sldMasterMkLst>
          <pc:docMk/>
          <pc:sldMasterMk cId="1806721671" sldId="2147483648"/>
        </pc:sldMasterMkLst>
        <pc:sldLayoutChg chg="add">
          <pc:chgData name="Lim Kelvin" userId="624f6ae12bb7b72b" providerId="LiveId" clId="{F1251028-0FAA-4340-88A2-7AF13CC6F143}" dt="2025-11-12T11:20:25.598" v="0" actId="680"/>
          <pc:sldLayoutMkLst>
            <pc:docMk/>
            <pc:sldMasterMk cId="1806721671" sldId="2147483648"/>
            <pc:sldLayoutMk cId="990131885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341EF-250D-4FDD-A309-8928E3774C09}" type="datetimeFigureOut">
              <a:rPr lang="zh-TW" altLang="en-US" smtClean="0"/>
              <a:t>2025/11/12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85944-09E0-4CA5-8A30-7CF623BE14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4094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3723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9698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6147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0653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85944-09E0-4CA5-8A30-7CF623BE147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8154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AFD2D-BB03-4577-8EE6-83BC76336C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CF3978-0450-4242-8041-B1FB293927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0131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6721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320909">
                <a:lumMod val="40000"/>
              </a:srgbClr>
            </a:gs>
            <a:gs pos="37000">
              <a:srgbClr val="320909">
                <a:lumMod val="40000"/>
              </a:srgbClr>
            </a:gs>
            <a:gs pos="100000">
              <a:schemeClr val="tx1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C0A582-7681-4243-8139-C1E1C8376212}"/>
              </a:ext>
            </a:extLst>
          </p:cNvPr>
          <p:cNvSpPr txBox="1"/>
          <p:nvPr/>
        </p:nvSpPr>
        <p:spPr>
          <a:xfrm>
            <a:off x="1059940" y="5067584"/>
            <a:ext cx="45432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altLang="zh-TW" sz="28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AMD </a:t>
            </a:r>
            <a:r>
              <a:rPr lang="en-GB" altLang="zh-TW" sz="2800" b="1" i="0" dirty="0" err="1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Ryzen</a:t>
            </a:r>
            <a:r>
              <a:rPr lang="en-GB" altLang="zh-TW" sz="2800" b="1" i="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™ Al Max+ 395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ACACF2-29AD-44CB-A4EA-77B01E05266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777" y="632706"/>
            <a:ext cx="5411623" cy="45058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105B47-C1BB-4E63-9FC1-A6182B04D0A2}"/>
              </a:ext>
            </a:extLst>
          </p:cNvPr>
          <p:cNvSpPr txBox="1"/>
          <p:nvPr/>
        </p:nvSpPr>
        <p:spPr>
          <a:xfrm>
            <a:off x="1059940" y="5652359"/>
            <a:ext cx="21723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i="0" dirty="0">
                <a:gradFill flip="none" rotWithShape="1"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林偉翔</a:t>
            </a:r>
            <a:r>
              <a:rPr lang="en-US" altLang="zh-CN" sz="1000" i="0" dirty="0">
                <a:gradFill flip="none" rotWithShape="1"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01257174</a:t>
            </a:r>
            <a:r>
              <a:rPr lang="en-US" altLang="zh-CN" sz="1100" i="0" dirty="0">
                <a:gradFill flip="none" rotWithShape="1"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zh-CN" altLang="en-US" sz="1100" i="0" dirty="0">
                <a:gradFill flip="none" rotWithShape="1"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許能翔</a:t>
            </a:r>
            <a:r>
              <a:rPr lang="en-US" altLang="zh-CN" sz="1000" i="0" dirty="0">
                <a:gradFill flip="none" rotWithShape="1"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  <a:tileRect/>
                </a:gra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01257176</a:t>
            </a:r>
            <a:endParaRPr lang="en-GB" altLang="zh-TW" sz="1100" i="0" dirty="0"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94969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320909">
                <a:lumMod val="40000"/>
              </a:srgbClr>
            </a:gs>
            <a:gs pos="37000">
              <a:srgbClr val="320909">
                <a:lumMod val="40000"/>
              </a:srgbClr>
            </a:gs>
            <a:gs pos="100000">
              <a:schemeClr val="tx1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FA7B6C-C6A7-4D6B-BBE0-7DC1CA373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221" y="726808"/>
            <a:ext cx="6389558" cy="540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344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320909">
                <a:lumMod val="40000"/>
              </a:srgbClr>
            </a:gs>
            <a:gs pos="37000">
              <a:srgbClr val="320909">
                <a:lumMod val="40000"/>
              </a:srgbClr>
            </a:gs>
            <a:gs pos="100000">
              <a:schemeClr val="tx1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FA7B6C-C6A7-4D6B-BBE0-7DC1CA373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221" y="726808"/>
            <a:ext cx="6389558" cy="540438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917EBE6-CE76-47E1-AE74-A0E4896E4BD9}"/>
              </a:ext>
            </a:extLst>
          </p:cNvPr>
          <p:cNvSpPr/>
          <p:nvPr/>
        </p:nvSpPr>
        <p:spPr>
          <a:xfrm>
            <a:off x="4805363" y="1731169"/>
            <a:ext cx="1290637" cy="106918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DengXian" panose="02010600030101010101" pitchFamily="2" charset="-122"/>
                <a:ea typeface="DengXian" panose="02010600030101010101" pitchFamily="2" charset="-122"/>
              </a:rPr>
              <a:t>CCD #0</a:t>
            </a:r>
            <a:endParaRPr lang="zh-TW" altLang="en-US" b="1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616DF2-92D3-4FDB-870D-46CC5A05B737}"/>
              </a:ext>
            </a:extLst>
          </p:cNvPr>
          <p:cNvSpPr/>
          <p:nvPr/>
        </p:nvSpPr>
        <p:spPr>
          <a:xfrm>
            <a:off x="6126957" y="1731169"/>
            <a:ext cx="1290637" cy="106918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DengXian" panose="02010600030101010101" pitchFamily="2" charset="-122"/>
                <a:ea typeface="DengXian" panose="02010600030101010101" pitchFamily="2" charset="-122"/>
              </a:rPr>
              <a:t>CCD #1</a:t>
            </a:r>
            <a:endParaRPr lang="zh-TW" altLang="en-US" b="1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56076D-E8EA-4BBE-BBFB-D4769F8B5647}"/>
              </a:ext>
            </a:extLst>
          </p:cNvPr>
          <p:cNvSpPr/>
          <p:nvPr/>
        </p:nvSpPr>
        <p:spPr>
          <a:xfrm>
            <a:off x="4723607" y="2823369"/>
            <a:ext cx="2721768" cy="229155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DengXian" panose="02010600030101010101" pitchFamily="2" charset="-122"/>
                <a:ea typeface="DengXian" panose="02010600030101010101" pitchFamily="2" charset="-122"/>
              </a:rPr>
              <a:t>I/O Die</a:t>
            </a:r>
            <a:endParaRPr lang="zh-TW" altLang="en-US" b="1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80888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320909">
                <a:lumMod val="40000"/>
              </a:srgbClr>
            </a:gs>
            <a:gs pos="37000">
              <a:srgbClr val="320909">
                <a:lumMod val="40000"/>
              </a:srgbClr>
            </a:gs>
            <a:gs pos="100000">
              <a:schemeClr val="tx1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FA7B6C-C6A7-4D6B-BBE0-7DC1CA373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2805" y="0"/>
            <a:ext cx="9315604" cy="787927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BCB5AEB-778F-4E5A-9F6C-E765D3FC0DB8}"/>
              </a:ext>
            </a:extLst>
          </p:cNvPr>
          <p:cNvSpPr/>
          <p:nvPr/>
        </p:nvSpPr>
        <p:spPr>
          <a:xfrm>
            <a:off x="5995988" y="1473994"/>
            <a:ext cx="1857375" cy="153828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DengXian" panose="02010600030101010101" pitchFamily="2" charset="-122"/>
                <a:ea typeface="DengXian" panose="02010600030101010101" pitchFamily="2" charset="-122"/>
              </a:rPr>
              <a:t>CCD #0</a:t>
            </a:r>
            <a:endParaRPr lang="zh-TW" altLang="en-US" b="1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7CE65D-AB6E-41C9-9516-DDDD5F53C85C}"/>
              </a:ext>
            </a:extLst>
          </p:cNvPr>
          <p:cNvSpPr/>
          <p:nvPr/>
        </p:nvSpPr>
        <p:spPr>
          <a:xfrm>
            <a:off x="7903370" y="1473994"/>
            <a:ext cx="1857375" cy="153828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DengXian" panose="02010600030101010101" pitchFamily="2" charset="-122"/>
                <a:ea typeface="DengXian" panose="02010600030101010101" pitchFamily="2" charset="-122"/>
              </a:rPr>
              <a:t>CCD #1</a:t>
            </a:r>
            <a:endParaRPr lang="zh-TW" altLang="en-US" b="1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DF63D9-C80F-49FF-8CEA-AEFCE24A8BB3}"/>
              </a:ext>
            </a:extLst>
          </p:cNvPr>
          <p:cNvSpPr/>
          <p:nvPr/>
        </p:nvSpPr>
        <p:spPr>
          <a:xfrm>
            <a:off x="5874148" y="3035299"/>
            <a:ext cx="3958430" cy="334406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DengXian" panose="02010600030101010101" pitchFamily="2" charset="-122"/>
                <a:ea typeface="DengXian" panose="02010600030101010101" pitchFamily="2" charset="-122"/>
              </a:rPr>
              <a:t>I/O Die</a:t>
            </a:r>
            <a:endParaRPr lang="zh-TW" altLang="en-US" b="1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72738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320909">
                <a:lumMod val="40000"/>
              </a:srgbClr>
            </a:gs>
            <a:gs pos="37000">
              <a:srgbClr val="320909">
                <a:lumMod val="40000"/>
              </a:srgbClr>
            </a:gs>
            <a:gs pos="100000">
              <a:schemeClr val="tx1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FA7B6C-C6A7-4D6B-BBE0-7DC1CA373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1855" y="0"/>
            <a:ext cx="9315604" cy="78792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F07E7C-678F-4271-B22F-2F8E2FAC3E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1854" y="0"/>
            <a:ext cx="9534473" cy="787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6208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40</Words>
  <Application>Microsoft Office PowerPoint</Application>
  <PresentationFormat>Widescreen</PresentationFormat>
  <Paragraphs>13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DengXian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Lim Kelvin</dc:creator>
  <cp:lastModifiedBy>Lim Kelvin</cp:lastModifiedBy>
  <cp:revision>9</cp:revision>
  <dcterms:created xsi:type="dcterms:W3CDTF">2025-11-12T11:20:17Z</dcterms:created>
  <dcterms:modified xsi:type="dcterms:W3CDTF">2025-11-12T16:01:53Z</dcterms:modified>
</cp:coreProperties>
</file>